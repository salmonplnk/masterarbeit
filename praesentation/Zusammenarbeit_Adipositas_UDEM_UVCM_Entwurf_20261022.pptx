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1" r:id="rId4"/>
    <p:sldMasterId id="2147483801" r:id="rId5"/>
    <p:sldMasterId id="2147483749" r:id="rId6"/>
    <p:sldMasterId id="2147483754" r:id="rId7"/>
    <p:sldMasterId id="2147483766" r:id="rId8"/>
    <p:sldMasterId id="2147483763" r:id="rId9"/>
  </p:sldMasterIdLst>
  <p:notesMasterIdLst>
    <p:notesMasterId r:id="rId21"/>
  </p:notesMasterIdLst>
  <p:sldIdLst>
    <p:sldId id="397" r:id="rId10"/>
    <p:sldId id="486" r:id="rId27"/>
    <p:sldId id="481" r:id="rId11"/>
    <p:sldId id="483" r:id="rId12"/>
    <p:sldId id="482" r:id="rId13"/>
    <p:sldId id="476" r:id="rId14"/>
    <p:sldId id="479" r:id="rId15"/>
    <p:sldId id="484" r:id="rId16"/>
    <p:sldId id="475" r:id="rId17"/>
    <p:sldId id="485" r:id="rId26"/>
    <p:sldId id="480" r:id="rId19"/>
    <p:sldId id="421" r:id="rId20"/>
  </p:sldIdLst>
  <p:sldSz cx="9144000" cy="5143500" type="screen16x9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6051"/>
    <a:srgbClr val="19C295"/>
    <a:srgbClr val="F8CF3B"/>
    <a:srgbClr val="D1E2BC"/>
    <a:srgbClr val="4A7094"/>
    <a:srgbClr val="E4DBCF"/>
    <a:srgbClr val="8C7482"/>
    <a:srgbClr val="F5EBEF"/>
    <a:srgbClr val="666F77"/>
    <a:srgbClr val="BFE0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Helle Formatvorlage 1 - Akz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1035" autoAdjust="0"/>
  </p:normalViewPr>
  <p:slideViewPr>
    <p:cSldViewPr snapToGrid="0" snapToObjects="1">
      <p:cViewPr varScale="1">
        <p:scale>
          <a:sx n="112" d="100"/>
          <a:sy n="112" d="100"/>
        </p:scale>
        <p:origin x="943" y="79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 showGuides="1">
      <p:cViewPr varScale="1">
        <p:scale>
          <a:sx n="128" d="100"/>
          <a:sy n="128" d="100"/>
        </p:scale>
        <p:origin x="3152" y="16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9" Type="http://schemas.openxmlformats.org/officeDocument/2006/relationships/slideMaster" Target="slideMasters/slideMaster6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openxmlformats.org/officeDocument/2006/relationships/slide" Target="slides/slide12.xml"/><Relationship Id="rId27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9BB809-BBEE-7448-9233-6973D63859EA}" type="datetimeFigureOut">
              <a:rPr lang="de-DE" smtClean="0"/>
              <a:t>20.10.2026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CH"/>
              <a:t>Mastertextformat bearbeiten</a:t>
            </a:r>
          </a:p>
          <a:p>
            <a:pPr lvl="1"/>
            <a:r>
              <a:rPr lang="de-CH"/>
              <a:t>Zweite Ebene</a:t>
            </a:r>
          </a:p>
          <a:p>
            <a:pPr lvl="2"/>
            <a:r>
              <a:rPr lang="de-CH"/>
              <a:t>Dritte Ebene</a:t>
            </a:r>
          </a:p>
          <a:p>
            <a:pPr lvl="3"/>
            <a:r>
              <a:rPr lang="de-CH"/>
              <a:t>Vierte Ebene</a:t>
            </a:r>
          </a:p>
          <a:p>
            <a:pPr lvl="4"/>
            <a:r>
              <a:rPr lang="de-CH"/>
              <a:t>Fünfte Ebene</a:t>
            </a:r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895C04-E291-F549-9F12-4CD1EACFC0C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18193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895C04-E291-F549-9F12-4CD1EACFC0CB}" type="slidenum">
              <a:rPr lang="de-DE" smtClean="0"/>
              <a:t>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255444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895C04-E291-F549-9F12-4CD1EACFC0CB}" type="slidenum">
              <a:rPr lang="de-DE" smtClean="0"/>
              <a:t>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164642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895C04-E291-F549-9F12-4CD1EACFC0CB}" type="slidenum">
              <a:rPr lang="de-DE" smtClean="0"/>
              <a:t>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774149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2zeil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6"/>
          <p:cNvSpPr>
            <a:spLocks noGrp="1"/>
          </p:cNvSpPr>
          <p:nvPr userDrawn="1">
            <p:ph type="body" sz="quarter" idx="10"/>
          </p:nvPr>
        </p:nvSpPr>
        <p:spPr>
          <a:xfrm>
            <a:off x="539750" y="2168673"/>
            <a:ext cx="8064500" cy="33690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ts val="1700"/>
              </a:lnSpc>
              <a:buFontTx/>
              <a:buNone/>
              <a:defRPr sz="1400" b="0" i="0">
                <a:latin typeface="Arial" charset="0"/>
                <a:ea typeface="Arial" charset="0"/>
                <a:cs typeface="Arial" charset="0"/>
              </a:defRPr>
            </a:lvl1pPr>
            <a:lvl2pPr marL="4572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2pPr>
            <a:lvl3pPr marL="9144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3pPr>
            <a:lvl4pPr marL="13716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4pPr>
            <a:lvl5pPr marL="18288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5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19" name="Titel 1">
            <a:extLst>
              <a:ext uri="{FF2B5EF4-FFF2-40B4-BE49-F238E27FC236}">
                <a16:creationId xmlns:a16="http://schemas.microsoft.com/office/drawing/2014/main" id="{F43B2504-42AC-4E72-9113-E76B6A874D79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539750" y="1217533"/>
            <a:ext cx="8064500" cy="779709"/>
          </a:xfrm>
          <a:prstGeom prst="rect">
            <a:avLst/>
          </a:prstGeom>
        </p:spPr>
        <p:txBody>
          <a:bodyPr lIns="0" tIns="0" rIns="0" bIns="0" anchor="t" anchorCtr="0"/>
          <a:lstStyle>
            <a:lvl1pPr>
              <a:lnSpc>
                <a:spcPts val="3100"/>
              </a:lnSpc>
              <a:defRPr sz="2800"/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242EF577-F4D3-4B0A-8077-9E06A3990DAD}"/>
              </a:ext>
            </a:extLst>
          </p:cNvPr>
          <p:cNvGrpSpPr/>
          <p:nvPr userDrawn="1"/>
        </p:nvGrpSpPr>
        <p:grpSpPr>
          <a:xfrm>
            <a:off x="0" y="2608263"/>
            <a:ext cx="9144000" cy="2535237"/>
            <a:chOff x="0" y="2608263"/>
            <a:chExt cx="9144000" cy="2535237"/>
          </a:xfrm>
        </p:grpSpPr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58DD5B98-E9F1-467E-8733-857DEE697479}"/>
                </a:ext>
              </a:extLst>
            </p:cNvPr>
            <p:cNvSpPr/>
            <p:nvPr userDrawn="1"/>
          </p:nvSpPr>
          <p:spPr>
            <a:xfrm>
              <a:off x="4991100" y="2608263"/>
              <a:ext cx="4152900" cy="2535237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23" name="Rechteck 22">
              <a:extLst>
                <a:ext uri="{FF2B5EF4-FFF2-40B4-BE49-F238E27FC236}">
                  <a16:creationId xmlns:a16="http://schemas.microsoft.com/office/drawing/2014/main" id="{BE8EEFA4-11A4-4408-B7D0-CBFCD64BF3DD}"/>
                </a:ext>
              </a:extLst>
            </p:cNvPr>
            <p:cNvSpPr/>
            <p:nvPr userDrawn="1"/>
          </p:nvSpPr>
          <p:spPr>
            <a:xfrm>
              <a:off x="0" y="2608263"/>
              <a:ext cx="4152900" cy="25352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24" name="Parallelogramm 23">
              <a:extLst>
                <a:ext uri="{FF2B5EF4-FFF2-40B4-BE49-F238E27FC236}">
                  <a16:creationId xmlns:a16="http://schemas.microsoft.com/office/drawing/2014/main" id="{74288184-4316-41CE-AE8A-B35FB0A42461}"/>
                </a:ext>
              </a:extLst>
            </p:cNvPr>
            <p:cNvSpPr/>
            <p:nvPr userDrawn="1"/>
          </p:nvSpPr>
          <p:spPr>
            <a:xfrm>
              <a:off x="1379887" y="2608263"/>
              <a:ext cx="5757861" cy="2535237"/>
            </a:xfrm>
            <a:prstGeom prst="parallelogram">
              <a:avLst>
                <a:gd name="adj" fmla="val 50527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25" name="Parallelogramm 24">
              <a:extLst>
                <a:ext uri="{FF2B5EF4-FFF2-40B4-BE49-F238E27FC236}">
                  <a16:creationId xmlns:a16="http://schemas.microsoft.com/office/drawing/2014/main" id="{9B6814A7-8785-4B4B-9EA9-014C323CDF89}"/>
                </a:ext>
              </a:extLst>
            </p:cNvPr>
            <p:cNvSpPr/>
            <p:nvPr userDrawn="1"/>
          </p:nvSpPr>
          <p:spPr>
            <a:xfrm flipH="1">
              <a:off x="2100964" y="2608263"/>
              <a:ext cx="5757861" cy="2535237"/>
            </a:xfrm>
            <a:prstGeom prst="parallelogram">
              <a:avLst>
                <a:gd name="adj" fmla="val 50527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</p:grpSp>
    </p:spTree>
    <p:extLst>
      <p:ext uri="{BB962C8B-B14F-4D97-AF65-F5344CB8AC3E}">
        <p14:creationId xmlns:p14="http://schemas.microsoft.com/office/powerpoint/2010/main" val="9691007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2zeilig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775A22F8-0A71-4529-8960-FCF5CDDCF095}"/>
              </a:ext>
            </a:extLst>
          </p:cNvPr>
          <p:cNvGrpSpPr/>
          <p:nvPr userDrawn="1"/>
        </p:nvGrpSpPr>
        <p:grpSpPr>
          <a:xfrm>
            <a:off x="0" y="2608263"/>
            <a:ext cx="9144000" cy="2535237"/>
            <a:chOff x="0" y="2608263"/>
            <a:chExt cx="9144000" cy="2535237"/>
          </a:xfrm>
        </p:grpSpPr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48B6365F-95C1-4FE9-9C40-4374CEDB805D}"/>
                </a:ext>
              </a:extLst>
            </p:cNvPr>
            <p:cNvSpPr/>
            <p:nvPr userDrawn="1"/>
          </p:nvSpPr>
          <p:spPr>
            <a:xfrm>
              <a:off x="4991100" y="2608263"/>
              <a:ext cx="4152900" cy="2535237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FF607E98-A967-47E8-AC93-F4B736B27BAF}"/>
                </a:ext>
              </a:extLst>
            </p:cNvPr>
            <p:cNvSpPr/>
            <p:nvPr userDrawn="1"/>
          </p:nvSpPr>
          <p:spPr>
            <a:xfrm>
              <a:off x="0" y="2608263"/>
              <a:ext cx="4152900" cy="25352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7" name="Parallelogramm 16">
              <a:extLst>
                <a:ext uri="{FF2B5EF4-FFF2-40B4-BE49-F238E27FC236}">
                  <a16:creationId xmlns:a16="http://schemas.microsoft.com/office/drawing/2014/main" id="{EFCC955A-26ED-4CAE-951B-FFB8DC18BD41}"/>
                </a:ext>
              </a:extLst>
            </p:cNvPr>
            <p:cNvSpPr/>
            <p:nvPr userDrawn="1"/>
          </p:nvSpPr>
          <p:spPr>
            <a:xfrm>
              <a:off x="1379887" y="2608263"/>
              <a:ext cx="5757861" cy="2535237"/>
            </a:xfrm>
            <a:prstGeom prst="parallelogram">
              <a:avLst>
                <a:gd name="adj" fmla="val 50527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2A1C568B-FA73-49E1-A515-1505C70ECEA9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539750" y="2168673"/>
            <a:ext cx="8064500" cy="33690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ts val="1700"/>
              </a:lnSpc>
              <a:buFontTx/>
              <a:buNone/>
              <a:defRPr sz="1400" b="0" i="0">
                <a:latin typeface="Arial" charset="0"/>
                <a:ea typeface="Arial" charset="0"/>
                <a:cs typeface="Arial" charset="0"/>
              </a:defRPr>
            </a:lvl1pPr>
            <a:lvl2pPr marL="4572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2pPr>
            <a:lvl3pPr marL="9144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3pPr>
            <a:lvl4pPr marL="13716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4pPr>
            <a:lvl5pPr marL="18288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5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FCC36FAF-C76C-4C6E-9CB9-6120C2A3E4B2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539750" y="1217533"/>
            <a:ext cx="8064500" cy="779709"/>
          </a:xfrm>
          <a:prstGeom prst="rect">
            <a:avLst/>
          </a:prstGeom>
        </p:spPr>
        <p:txBody>
          <a:bodyPr lIns="0" tIns="0" rIns="0" bIns="0" anchor="t" anchorCtr="0"/>
          <a:lstStyle>
            <a:lvl1pPr>
              <a:lnSpc>
                <a:spcPts val="3100"/>
              </a:lnSpc>
              <a:defRPr sz="2800"/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19" name="Bildplatzhalter 2">
            <a:extLst>
              <a:ext uri="{FF2B5EF4-FFF2-40B4-BE49-F238E27FC236}">
                <a16:creationId xmlns:a16="http://schemas.microsoft.com/office/drawing/2014/main" id="{F7933CFC-4F5A-4A16-BEBD-7CBC4AD6161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097258" y="2606487"/>
            <a:ext cx="5767307" cy="2538361"/>
          </a:xfrm>
          <a:custGeom>
            <a:avLst/>
            <a:gdLst>
              <a:gd name="connsiteX0" fmla="*/ 0 w 3510116"/>
              <a:gd name="connsiteY0" fmla="*/ 3797401 h 3797401"/>
              <a:gd name="connsiteX1" fmla="*/ 877529 w 3510116"/>
              <a:gd name="connsiteY1" fmla="*/ 0 h 3797401"/>
              <a:gd name="connsiteX2" fmla="*/ 3510116 w 3510116"/>
              <a:gd name="connsiteY2" fmla="*/ 0 h 3797401"/>
              <a:gd name="connsiteX3" fmla="*/ 2632587 w 3510116"/>
              <a:gd name="connsiteY3" fmla="*/ 3797401 h 3797401"/>
              <a:gd name="connsiteX4" fmla="*/ 0 w 3510116"/>
              <a:gd name="connsiteY4" fmla="*/ 3797401 h 3797401"/>
              <a:gd name="connsiteX0" fmla="*/ 0 w 4542503"/>
              <a:gd name="connsiteY0" fmla="*/ 3797401 h 3797401"/>
              <a:gd name="connsiteX1" fmla="*/ 877529 w 4542503"/>
              <a:gd name="connsiteY1" fmla="*/ 0 h 3797401"/>
              <a:gd name="connsiteX2" fmla="*/ 4542503 w 4542503"/>
              <a:gd name="connsiteY2" fmla="*/ 7375 h 3797401"/>
              <a:gd name="connsiteX3" fmla="*/ 2632587 w 4542503"/>
              <a:gd name="connsiteY3" fmla="*/ 3797401 h 3797401"/>
              <a:gd name="connsiteX4" fmla="*/ 0 w 4542503"/>
              <a:gd name="connsiteY4" fmla="*/ 3797401 h 3797401"/>
              <a:gd name="connsiteX0" fmla="*/ 0 w 5759245"/>
              <a:gd name="connsiteY0" fmla="*/ 3790027 h 3797401"/>
              <a:gd name="connsiteX1" fmla="*/ 2094271 w 5759245"/>
              <a:gd name="connsiteY1" fmla="*/ 0 h 3797401"/>
              <a:gd name="connsiteX2" fmla="*/ 5759245 w 5759245"/>
              <a:gd name="connsiteY2" fmla="*/ 7375 h 3797401"/>
              <a:gd name="connsiteX3" fmla="*/ 3849329 w 5759245"/>
              <a:gd name="connsiteY3" fmla="*/ 3797401 h 3797401"/>
              <a:gd name="connsiteX4" fmla="*/ 0 w 5759245"/>
              <a:gd name="connsiteY4" fmla="*/ 3790027 h 3797401"/>
              <a:gd name="connsiteX0" fmla="*/ 0 w 5759245"/>
              <a:gd name="connsiteY0" fmla="*/ 3794790 h 3802164"/>
              <a:gd name="connsiteX1" fmla="*/ 1929964 w 5759245"/>
              <a:gd name="connsiteY1" fmla="*/ 0 h 3802164"/>
              <a:gd name="connsiteX2" fmla="*/ 5759245 w 5759245"/>
              <a:gd name="connsiteY2" fmla="*/ 12138 h 3802164"/>
              <a:gd name="connsiteX3" fmla="*/ 3849329 w 5759245"/>
              <a:gd name="connsiteY3" fmla="*/ 3802164 h 3802164"/>
              <a:gd name="connsiteX4" fmla="*/ 0 w 5759245"/>
              <a:gd name="connsiteY4" fmla="*/ 3794790 h 3802164"/>
              <a:gd name="connsiteX0" fmla="*/ 0 w 5768770"/>
              <a:gd name="connsiteY0" fmla="*/ 3794790 h 3802164"/>
              <a:gd name="connsiteX1" fmla="*/ 1929964 w 5768770"/>
              <a:gd name="connsiteY1" fmla="*/ 0 h 3802164"/>
              <a:gd name="connsiteX2" fmla="*/ 5768770 w 5768770"/>
              <a:gd name="connsiteY2" fmla="*/ 231 h 3802164"/>
              <a:gd name="connsiteX3" fmla="*/ 3849329 w 5768770"/>
              <a:gd name="connsiteY3" fmla="*/ 3802164 h 3802164"/>
              <a:gd name="connsiteX4" fmla="*/ 0 w 5768770"/>
              <a:gd name="connsiteY4" fmla="*/ 3794790 h 3802164"/>
              <a:gd name="connsiteX0" fmla="*/ 0 w 5768770"/>
              <a:gd name="connsiteY0" fmla="*/ 3794790 h 3794790"/>
              <a:gd name="connsiteX1" fmla="*/ 1929964 w 5768770"/>
              <a:gd name="connsiteY1" fmla="*/ 0 h 3794790"/>
              <a:gd name="connsiteX2" fmla="*/ 5768770 w 5768770"/>
              <a:gd name="connsiteY2" fmla="*/ 231 h 3794790"/>
              <a:gd name="connsiteX3" fmla="*/ 3792179 w 5768770"/>
              <a:gd name="connsiteY3" fmla="*/ 3695008 h 3794790"/>
              <a:gd name="connsiteX4" fmla="*/ 0 w 5768770"/>
              <a:gd name="connsiteY4" fmla="*/ 3794790 h 3794790"/>
              <a:gd name="connsiteX0" fmla="*/ 0 w 5768770"/>
              <a:gd name="connsiteY0" fmla="*/ 3794790 h 3804546"/>
              <a:gd name="connsiteX1" fmla="*/ 1929964 w 5768770"/>
              <a:gd name="connsiteY1" fmla="*/ 0 h 3804546"/>
              <a:gd name="connsiteX2" fmla="*/ 5768770 w 5768770"/>
              <a:gd name="connsiteY2" fmla="*/ 231 h 3804546"/>
              <a:gd name="connsiteX3" fmla="*/ 3842185 w 5768770"/>
              <a:gd name="connsiteY3" fmla="*/ 3804546 h 3804546"/>
              <a:gd name="connsiteX4" fmla="*/ 0 w 5768770"/>
              <a:gd name="connsiteY4" fmla="*/ 3794790 h 3804546"/>
              <a:gd name="connsiteX0" fmla="*/ 0 w 5511595"/>
              <a:gd name="connsiteY0" fmla="*/ 3656678 h 3804546"/>
              <a:gd name="connsiteX1" fmla="*/ 1672789 w 5511595"/>
              <a:gd name="connsiteY1" fmla="*/ 0 h 3804546"/>
              <a:gd name="connsiteX2" fmla="*/ 5511595 w 5511595"/>
              <a:gd name="connsiteY2" fmla="*/ 231 h 3804546"/>
              <a:gd name="connsiteX3" fmla="*/ 3585010 w 5511595"/>
              <a:gd name="connsiteY3" fmla="*/ 3804546 h 3804546"/>
              <a:gd name="connsiteX4" fmla="*/ 0 w 5511595"/>
              <a:gd name="connsiteY4" fmla="*/ 3656678 h 3804546"/>
              <a:gd name="connsiteX0" fmla="*/ 0 w 5761626"/>
              <a:gd name="connsiteY0" fmla="*/ 3804315 h 3804546"/>
              <a:gd name="connsiteX1" fmla="*/ 1922820 w 5761626"/>
              <a:gd name="connsiteY1" fmla="*/ 0 h 3804546"/>
              <a:gd name="connsiteX2" fmla="*/ 5761626 w 5761626"/>
              <a:gd name="connsiteY2" fmla="*/ 231 h 3804546"/>
              <a:gd name="connsiteX3" fmla="*/ 3835041 w 5761626"/>
              <a:gd name="connsiteY3" fmla="*/ 3804546 h 3804546"/>
              <a:gd name="connsiteX4" fmla="*/ 0 w 5761626"/>
              <a:gd name="connsiteY4" fmla="*/ 3804315 h 3804546"/>
              <a:gd name="connsiteX0" fmla="*/ 0 w 5761626"/>
              <a:gd name="connsiteY0" fmla="*/ 3813811 h 3814042"/>
              <a:gd name="connsiteX1" fmla="*/ 1217596 w 5761626"/>
              <a:gd name="connsiteY1" fmla="*/ 0 h 3814042"/>
              <a:gd name="connsiteX2" fmla="*/ 5761626 w 5761626"/>
              <a:gd name="connsiteY2" fmla="*/ 9727 h 3814042"/>
              <a:gd name="connsiteX3" fmla="*/ 3835041 w 5761626"/>
              <a:gd name="connsiteY3" fmla="*/ 3814042 h 3814042"/>
              <a:gd name="connsiteX4" fmla="*/ 0 w 5761626"/>
              <a:gd name="connsiteY4" fmla="*/ 3813811 h 3814042"/>
              <a:gd name="connsiteX0" fmla="*/ 0 w 4153955"/>
              <a:gd name="connsiteY0" fmla="*/ 3813811 h 3814042"/>
              <a:gd name="connsiteX1" fmla="*/ 1217596 w 4153955"/>
              <a:gd name="connsiteY1" fmla="*/ 0 h 3814042"/>
              <a:gd name="connsiteX2" fmla="*/ 4153955 w 4153955"/>
              <a:gd name="connsiteY2" fmla="*/ 28721 h 3814042"/>
              <a:gd name="connsiteX3" fmla="*/ 3835041 w 4153955"/>
              <a:gd name="connsiteY3" fmla="*/ 3814042 h 3814042"/>
              <a:gd name="connsiteX4" fmla="*/ 0 w 4153955"/>
              <a:gd name="connsiteY4" fmla="*/ 3813811 h 3814042"/>
              <a:gd name="connsiteX0" fmla="*/ 0 w 5056403"/>
              <a:gd name="connsiteY0" fmla="*/ 3813811 h 3814042"/>
              <a:gd name="connsiteX1" fmla="*/ 1217596 w 5056403"/>
              <a:gd name="connsiteY1" fmla="*/ 0 h 3814042"/>
              <a:gd name="connsiteX2" fmla="*/ 5056403 w 5056403"/>
              <a:gd name="connsiteY2" fmla="*/ 230 h 3814042"/>
              <a:gd name="connsiteX3" fmla="*/ 3835041 w 5056403"/>
              <a:gd name="connsiteY3" fmla="*/ 3814042 h 3814042"/>
              <a:gd name="connsiteX4" fmla="*/ 0 w 5056403"/>
              <a:gd name="connsiteY4" fmla="*/ 3813811 h 3814042"/>
              <a:gd name="connsiteX0" fmla="*/ 0 w 5058901"/>
              <a:gd name="connsiteY0" fmla="*/ 3813811 h 3814042"/>
              <a:gd name="connsiteX1" fmla="*/ 1217596 w 5058901"/>
              <a:gd name="connsiteY1" fmla="*/ 0 h 3814042"/>
              <a:gd name="connsiteX2" fmla="*/ 5058901 w 5058901"/>
              <a:gd name="connsiteY2" fmla="*/ 12141 h 3814042"/>
              <a:gd name="connsiteX3" fmla="*/ 3835041 w 5058901"/>
              <a:gd name="connsiteY3" fmla="*/ 3814042 h 3814042"/>
              <a:gd name="connsiteX4" fmla="*/ 0 w 5058901"/>
              <a:gd name="connsiteY4" fmla="*/ 3813811 h 3814042"/>
              <a:gd name="connsiteX0" fmla="*/ 0 w 5058901"/>
              <a:gd name="connsiteY0" fmla="*/ 3809840 h 3810071"/>
              <a:gd name="connsiteX1" fmla="*/ 1215098 w 5058901"/>
              <a:gd name="connsiteY1" fmla="*/ 0 h 3810071"/>
              <a:gd name="connsiteX2" fmla="*/ 5058901 w 5058901"/>
              <a:gd name="connsiteY2" fmla="*/ 8170 h 3810071"/>
              <a:gd name="connsiteX3" fmla="*/ 3835041 w 5058901"/>
              <a:gd name="connsiteY3" fmla="*/ 3810071 h 3810071"/>
              <a:gd name="connsiteX4" fmla="*/ 0 w 5058901"/>
              <a:gd name="connsiteY4" fmla="*/ 3809840 h 3810071"/>
              <a:gd name="connsiteX0" fmla="*/ 0 w 5058901"/>
              <a:gd name="connsiteY0" fmla="*/ 3801899 h 3802130"/>
              <a:gd name="connsiteX1" fmla="*/ 1215098 w 5058901"/>
              <a:gd name="connsiteY1" fmla="*/ 0 h 3802130"/>
              <a:gd name="connsiteX2" fmla="*/ 5058901 w 5058901"/>
              <a:gd name="connsiteY2" fmla="*/ 229 h 3802130"/>
              <a:gd name="connsiteX3" fmla="*/ 3835041 w 5058901"/>
              <a:gd name="connsiteY3" fmla="*/ 3802130 h 3802130"/>
              <a:gd name="connsiteX4" fmla="*/ 0 w 5058901"/>
              <a:gd name="connsiteY4" fmla="*/ 3801899 h 3802130"/>
              <a:gd name="connsiteX0" fmla="*/ 0 w 5051406"/>
              <a:gd name="connsiteY0" fmla="*/ 3801899 h 3802130"/>
              <a:gd name="connsiteX1" fmla="*/ 1215098 w 5051406"/>
              <a:gd name="connsiteY1" fmla="*/ 0 h 3802130"/>
              <a:gd name="connsiteX2" fmla="*/ 5051406 w 5051406"/>
              <a:gd name="connsiteY2" fmla="*/ 229 h 3802130"/>
              <a:gd name="connsiteX3" fmla="*/ 3835041 w 5051406"/>
              <a:gd name="connsiteY3" fmla="*/ 3802130 h 3802130"/>
              <a:gd name="connsiteX4" fmla="*/ 0 w 5051406"/>
              <a:gd name="connsiteY4" fmla="*/ 3801899 h 3802130"/>
              <a:gd name="connsiteX0" fmla="*/ 0 w 5051406"/>
              <a:gd name="connsiteY0" fmla="*/ 4028058 h 4028289"/>
              <a:gd name="connsiteX1" fmla="*/ 1279142 w 5051406"/>
              <a:gd name="connsiteY1" fmla="*/ 0 h 4028289"/>
              <a:gd name="connsiteX2" fmla="*/ 5051406 w 5051406"/>
              <a:gd name="connsiteY2" fmla="*/ 226388 h 4028289"/>
              <a:gd name="connsiteX3" fmla="*/ 3835041 w 5051406"/>
              <a:gd name="connsiteY3" fmla="*/ 4028289 h 4028289"/>
              <a:gd name="connsiteX4" fmla="*/ 0 w 5051406"/>
              <a:gd name="connsiteY4" fmla="*/ 4028058 h 4028289"/>
              <a:gd name="connsiteX0" fmla="*/ 0 w 5051406"/>
              <a:gd name="connsiteY0" fmla="*/ 4028058 h 4028059"/>
              <a:gd name="connsiteX1" fmla="*/ 1279142 w 5051406"/>
              <a:gd name="connsiteY1" fmla="*/ 0 h 4028059"/>
              <a:gd name="connsiteX2" fmla="*/ 5051406 w 5051406"/>
              <a:gd name="connsiteY2" fmla="*/ 226388 h 4028059"/>
              <a:gd name="connsiteX3" fmla="*/ 3539729 w 5051406"/>
              <a:gd name="connsiteY3" fmla="*/ 3632510 h 4028059"/>
              <a:gd name="connsiteX4" fmla="*/ 0 w 5051406"/>
              <a:gd name="connsiteY4" fmla="*/ 4028058 h 4028059"/>
              <a:gd name="connsiteX0" fmla="*/ 0 w 5051406"/>
              <a:gd name="connsiteY0" fmla="*/ 4028058 h 4028057"/>
              <a:gd name="connsiteX1" fmla="*/ 1279142 w 5051406"/>
              <a:gd name="connsiteY1" fmla="*/ 0 h 4028057"/>
              <a:gd name="connsiteX2" fmla="*/ 5051406 w 5051406"/>
              <a:gd name="connsiteY2" fmla="*/ 226388 h 4028057"/>
              <a:gd name="connsiteX3" fmla="*/ 3763882 w 5051406"/>
              <a:gd name="connsiteY3" fmla="*/ 4022635 h 4028057"/>
              <a:gd name="connsiteX4" fmla="*/ 0 w 5051406"/>
              <a:gd name="connsiteY4" fmla="*/ 4028058 h 4028057"/>
              <a:gd name="connsiteX0" fmla="*/ 0 w 5054964"/>
              <a:gd name="connsiteY0" fmla="*/ 4039137 h 4039138"/>
              <a:gd name="connsiteX1" fmla="*/ 1279142 w 5054964"/>
              <a:gd name="connsiteY1" fmla="*/ 11079 h 4039138"/>
              <a:gd name="connsiteX2" fmla="*/ 5054964 w 5054964"/>
              <a:gd name="connsiteY2" fmla="*/ 0 h 4039138"/>
              <a:gd name="connsiteX3" fmla="*/ 3763882 w 5054964"/>
              <a:gd name="connsiteY3" fmla="*/ 4033714 h 4039138"/>
              <a:gd name="connsiteX4" fmla="*/ 0 w 5054964"/>
              <a:gd name="connsiteY4" fmla="*/ 4039137 h 4039138"/>
              <a:gd name="connsiteX0" fmla="*/ 0 w 5054964"/>
              <a:gd name="connsiteY0" fmla="*/ 4039366 h 4039365"/>
              <a:gd name="connsiteX1" fmla="*/ 1453483 w 5054964"/>
              <a:gd name="connsiteY1" fmla="*/ 0 h 4039365"/>
              <a:gd name="connsiteX2" fmla="*/ 5054964 w 5054964"/>
              <a:gd name="connsiteY2" fmla="*/ 229 h 4039365"/>
              <a:gd name="connsiteX3" fmla="*/ 3763882 w 5054964"/>
              <a:gd name="connsiteY3" fmla="*/ 4033943 h 4039365"/>
              <a:gd name="connsiteX4" fmla="*/ 0 w 5054964"/>
              <a:gd name="connsiteY4" fmla="*/ 4039366 h 4039365"/>
              <a:gd name="connsiteX0" fmla="*/ 0 w 5054964"/>
              <a:gd name="connsiteY0" fmla="*/ 4039137 h 4039138"/>
              <a:gd name="connsiteX1" fmla="*/ 1282700 w 5054964"/>
              <a:gd name="connsiteY1" fmla="*/ 5425 h 4039138"/>
              <a:gd name="connsiteX2" fmla="*/ 5054964 w 5054964"/>
              <a:gd name="connsiteY2" fmla="*/ 0 h 4039138"/>
              <a:gd name="connsiteX3" fmla="*/ 3763882 w 5054964"/>
              <a:gd name="connsiteY3" fmla="*/ 4033714 h 4039138"/>
              <a:gd name="connsiteX4" fmla="*/ 0 w 5054964"/>
              <a:gd name="connsiteY4" fmla="*/ 4039137 h 4039138"/>
              <a:gd name="connsiteX0" fmla="*/ 0 w 4895420"/>
              <a:gd name="connsiteY0" fmla="*/ 3891558 h 4033714"/>
              <a:gd name="connsiteX1" fmla="*/ 1123156 w 4895420"/>
              <a:gd name="connsiteY1" fmla="*/ 5425 h 4033714"/>
              <a:gd name="connsiteX2" fmla="*/ 4895420 w 4895420"/>
              <a:gd name="connsiteY2" fmla="*/ 0 h 4033714"/>
              <a:gd name="connsiteX3" fmla="*/ 3604338 w 4895420"/>
              <a:gd name="connsiteY3" fmla="*/ 4033714 h 4033714"/>
              <a:gd name="connsiteX4" fmla="*/ 0 w 4895420"/>
              <a:gd name="connsiteY4" fmla="*/ 3891558 h 4033714"/>
              <a:gd name="connsiteX0" fmla="*/ 0 w 5059726"/>
              <a:gd name="connsiteY0" fmla="*/ 4039136 h 4039136"/>
              <a:gd name="connsiteX1" fmla="*/ 1287462 w 5059726"/>
              <a:gd name="connsiteY1" fmla="*/ 5425 h 4039136"/>
              <a:gd name="connsiteX2" fmla="*/ 5059726 w 5059726"/>
              <a:gd name="connsiteY2" fmla="*/ 0 h 4039136"/>
              <a:gd name="connsiteX3" fmla="*/ 3768644 w 5059726"/>
              <a:gd name="connsiteY3" fmla="*/ 4033714 h 4039136"/>
              <a:gd name="connsiteX4" fmla="*/ 0 w 5059726"/>
              <a:gd name="connsiteY4" fmla="*/ 4039136 h 4039136"/>
              <a:gd name="connsiteX0" fmla="*/ 0 w 5059726"/>
              <a:gd name="connsiteY0" fmla="*/ 4039136 h 4039136"/>
              <a:gd name="connsiteX1" fmla="*/ 1287462 w 5059726"/>
              <a:gd name="connsiteY1" fmla="*/ 5425 h 4039136"/>
              <a:gd name="connsiteX2" fmla="*/ 5059726 w 5059726"/>
              <a:gd name="connsiteY2" fmla="*/ 0 h 4039136"/>
              <a:gd name="connsiteX3" fmla="*/ 3394788 w 5059726"/>
              <a:gd name="connsiteY3" fmla="*/ 3848296 h 4039136"/>
              <a:gd name="connsiteX4" fmla="*/ 0 w 5059726"/>
              <a:gd name="connsiteY4" fmla="*/ 4039136 h 4039136"/>
              <a:gd name="connsiteX0" fmla="*/ 0 w 5059726"/>
              <a:gd name="connsiteY0" fmla="*/ 4039136 h 4041281"/>
              <a:gd name="connsiteX1" fmla="*/ 1287462 w 5059726"/>
              <a:gd name="connsiteY1" fmla="*/ 5425 h 4041281"/>
              <a:gd name="connsiteX2" fmla="*/ 5059726 w 5059726"/>
              <a:gd name="connsiteY2" fmla="*/ 0 h 4041281"/>
              <a:gd name="connsiteX3" fmla="*/ 4485401 w 5059726"/>
              <a:gd name="connsiteY3" fmla="*/ 4041281 h 4041281"/>
              <a:gd name="connsiteX4" fmla="*/ 0 w 5059726"/>
              <a:gd name="connsiteY4" fmla="*/ 4039136 h 4041281"/>
              <a:gd name="connsiteX0" fmla="*/ 1277144 w 6336870"/>
              <a:gd name="connsiteY0" fmla="*/ 4039136 h 4041281"/>
              <a:gd name="connsiteX1" fmla="*/ 0 w 6336870"/>
              <a:gd name="connsiteY1" fmla="*/ 12994 h 4041281"/>
              <a:gd name="connsiteX2" fmla="*/ 6336870 w 6336870"/>
              <a:gd name="connsiteY2" fmla="*/ 0 h 4041281"/>
              <a:gd name="connsiteX3" fmla="*/ 5762545 w 6336870"/>
              <a:gd name="connsiteY3" fmla="*/ 4041281 h 4041281"/>
              <a:gd name="connsiteX4" fmla="*/ 1277144 w 6336870"/>
              <a:gd name="connsiteY4" fmla="*/ 4039136 h 4041281"/>
              <a:gd name="connsiteX0" fmla="*/ 1179512 w 6239238"/>
              <a:gd name="connsiteY0" fmla="*/ 4039136 h 4041281"/>
              <a:gd name="connsiteX1" fmla="*/ 0 w 6239238"/>
              <a:gd name="connsiteY1" fmla="*/ 65972 h 4041281"/>
              <a:gd name="connsiteX2" fmla="*/ 6239238 w 6239238"/>
              <a:gd name="connsiteY2" fmla="*/ 0 h 4041281"/>
              <a:gd name="connsiteX3" fmla="*/ 5664913 w 6239238"/>
              <a:gd name="connsiteY3" fmla="*/ 4041281 h 4041281"/>
              <a:gd name="connsiteX4" fmla="*/ 1179512 w 6239238"/>
              <a:gd name="connsiteY4" fmla="*/ 4039136 h 4041281"/>
              <a:gd name="connsiteX0" fmla="*/ 1179512 w 5664913"/>
              <a:gd name="connsiteY0" fmla="*/ 3973164 h 3975309"/>
              <a:gd name="connsiteX1" fmla="*/ 0 w 5664913"/>
              <a:gd name="connsiteY1" fmla="*/ 0 h 3975309"/>
              <a:gd name="connsiteX2" fmla="*/ 4543788 w 5664913"/>
              <a:gd name="connsiteY2" fmla="*/ 210263 h 3975309"/>
              <a:gd name="connsiteX3" fmla="*/ 5664913 w 5664913"/>
              <a:gd name="connsiteY3" fmla="*/ 3975309 h 3975309"/>
              <a:gd name="connsiteX4" fmla="*/ 1179512 w 5664913"/>
              <a:gd name="connsiteY4" fmla="*/ 3973164 h 3975309"/>
              <a:gd name="connsiteX0" fmla="*/ 1179512 w 5664913"/>
              <a:gd name="connsiteY0" fmla="*/ 3973164 h 3975309"/>
              <a:gd name="connsiteX1" fmla="*/ 0 w 5664913"/>
              <a:gd name="connsiteY1" fmla="*/ 0 h 3975309"/>
              <a:gd name="connsiteX2" fmla="*/ 4279469 w 5664913"/>
              <a:gd name="connsiteY2" fmla="*/ 28629 h 3975309"/>
              <a:gd name="connsiteX3" fmla="*/ 5664913 w 5664913"/>
              <a:gd name="connsiteY3" fmla="*/ 3975309 h 3975309"/>
              <a:gd name="connsiteX4" fmla="*/ 1179512 w 5664913"/>
              <a:gd name="connsiteY4" fmla="*/ 3973164 h 3975309"/>
              <a:gd name="connsiteX0" fmla="*/ 1179512 w 5664913"/>
              <a:gd name="connsiteY0" fmla="*/ 4031568 h 4033713"/>
              <a:gd name="connsiteX1" fmla="*/ 0 w 5664913"/>
              <a:gd name="connsiteY1" fmla="*/ 58404 h 4033713"/>
              <a:gd name="connsiteX2" fmla="*/ 4379481 w 5664913"/>
              <a:gd name="connsiteY2" fmla="*/ 0 h 4033713"/>
              <a:gd name="connsiteX3" fmla="*/ 5664913 w 5664913"/>
              <a:gd name="connsiteY3" fmla="*/ 4033713 h 4033713"/>
              <a:gd name="connsiteX4" fmla="*/ 1179512 w 5664913"/>
              <a:gd name="connsiteY4" fmla="*/ 4031568 h 4033713"/>
              <a:gd name="connsiteX0" fmla="*/ 1281906 w 5767307"/>
              <a:gd name="connsiteY0" fmla="*/ 4031568 h 4033713"/>
              <a:gd name="connsiteX1" fmla="*/ 0 w 5767307"/>
              <a:gd name="connsiteY1" fmla="*/ 1643 h 4033713"/>
              <a:gd name="connsiteX2" fmla="*/ 4481875 w 5767307"/>
              <a:gd name="connsiteY2" fmla="*/ 0 h 4033713"/>
              <a:gd name="connsiteX3" fmla="*/ 5767307 w 5767307"/>
              <a:gd name="connsiteY3" fmla="*/ 4033713 h 4033713"/>
              <a:gd name="connsiteX4" fmla="*/ 1281906 w 5767307"/>
              <a:gd name="connsiteY4" fmla="*/ 4031568 h 4033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7307" h="4033713">
                <a:moveTo>
                  <a:pt x="1281906" y="4031568"/>
                </a:moveTo>
                <a:lnTo>
                  <a:pt x="0" y="1643"/>
                </a:lnTo>
                <a:lnTo>
                  <a:pt x="4481875" y="0"/>
                </a:lnTo>
                <a:lnTo>
                  <a:pt x="5767307" y="4033713"/>
                </a:lnTo>
                <a:lnTo>
                  <a:pt x="1281906" y="4031568"/>
                </a:lnTo>
                <a:close/>
              </a:path>
            </a:pathLst>
          </a:custGeo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576000" bIns="0" anchor="ctr" anchorCtr="0"/>
          <a:lstStyle>
            <a:lvl1pPr algn="ctr">
              <a:defRPr lang="en-GB" sz="1200" dirty="0"/>
            </a:lvl1pPr>
          </a:lstStyle>
          <a:p>
            <a:pPr lvl="0" algn="ctr"/>
            <a:r>
              <a:rPr lang="de-DE"/>
              <a:t>Bild durch Klicken auf Symbol hinzufügen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59771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itelfolie 2zeil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6"/>
          <p:cNvSpPr>
            <a:spLocks noGrp="1"/>
          </p:cNvSpPr>
          <p:nvPr userDrawn="1">
            <p:ph type="body" sz="quarter" idx="10"/>
          </p:nvPr>
        </p:nvSpPr>
        <p:spPr>
          <a:xfrm>
            <a:off x="539750" y="2168673"/>
            <a:ext cx="5695950" cy="33690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ts val="1700"/>
              </a:lnSpc>
              <a:buFontTx/>
              <a:buNone/>
              <a:defRPr sz="1400" b="0" i="0">
                <a:latin typeface="Arial" charset="0"/>
                <a:ea typeface="Arial" charset="0"/>
                <a:cs typeface="Arial" charset="0"/>
              </a:defRPr>
            </a:lvl1pPr>
            <a:lvl2pPr marL="4572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2pPr>
            <a:lvl3pPr marL="9144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3pPr>
            <a:lvl4pPr marL="13716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4pPr>
            <a:lvl5pPr marL="18288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5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19" name="Titel 1">
            <a:extLst>
              <a:ext uri="{FF2B5EF4-FFF2-40B4-BE49-F238E27FC236}">
                <a16:creationId xmlns:a16="http://schemas.microsoft.com/office/drawing/2014/main" id="{F43B2504-42AC-4E72-9113-E76B6A874D79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539750" y="1217533"/>
            <a:ext cx="5695950" cy="779709"/>
          </a:xfrm>
          <a:prstGeom prst="rect">
            <a:avLst/>
          </a:prstGeom>
        </p:spPr>
        <p:txBody>
          <a:bodyPr lIns="0" tIns="0" rIns="0" bIns="0" anchor="t" anchorCtr="0"/>
          <a:lstStyle>
            <a:lvl1pPr>
              <a:lnSpc>
                <a:spcPts val="3100"/>
              </a:lnSpc>
              <a:defRPr sz="2800"/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AFCBE3FA-6E51-4604-A8C1-F31B846E61BB}"/>
              </a:ext>
            </a:extLst>
          </p:cNvPr>
          <p:cNvGrpSpPr/>
          <p:nvPr userDrawn="1"/>
        </p:nvGrpSpPr>
        <p:grpSpPr>
          <a:xfrm>
            <a:off x="6235700" y="-6351"/>
            <a:ext cx="2917825" cy="5152656"/>
            <a:chOff x="6235700" y="-6351"/>
            <a:chExt cx="2917825" cy="5152656"/>
          </a:xfrm>
        </p:grpSpPr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32B86DD8-50B3-4848-ABF9-6EEDF69AEC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642100" y="2207842"/>
              <a:ext cx="2511425" cy="2938463"/>
            </a:xfrm>
            <a:custGeom>
              <a:avLst/>
              <a:gdLst>
                <a:gd name="T0" fmla="*/ 0 w 3866"/>
                <a:gd name="T1" fmla="*/ 4527 h 4527"/>
                <a:gd name="T2" fmla="*/ 0 w 3866"/>
                <a:gd name="T3" fmla="*/ 4527 h 4527"/>
                <a:gd name="T4" fmla="*/ 2264 w 3866"/>
                <a:gd name="T5" fmla="*/ 0 h 4527"/>
                <a:gd name="T6" fmla="*/ 3866 w 3866"/>
                <a:gd name="T7" fmla="*/ 0 h 4527"/>
                <a:gd name="T8" fmla="*/ 3866 w 3866"/>
                <a:gd name="T9" fmla="*/ 4527 h 4527"/>
                <a:gd name="T10" fmla="*/ 0 w 3866"/>
                <a:gd name="T11" fmla="*/ 4527 h 45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66" h="4527">
                  <a:moveTo>
                    <a:pt x="0" y="4527"/>
                  </a:moveTo>
                  <a:lnTo>
                    <a:pt x="0" y="4527"/>
                  </a:lnTo>
                  <a:lnTo>
                    <a:pt x="2264" y="0"/>
                  </a:lnTo>
                  <a:lnTo>
                    <a:pt x="3866" y="0"/>
                  </a:lnTo>
                  <a:lnTo>
                    <a:pt x="3866" y="4527"/>
                  </a:lnTo>
                  <a:lnTo>
                    <a:pt x="0" y="4527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 dirty="0"/>
            </a:p>
          </p:txBody>
        </p:sp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322884C1-8C9F-4CF3-8BF3-0FEEF207931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35700" y="-6351"/>
              <a:ext cx="2917825" cy="5152656"/>
            </a:xfrm>
            <a:custGeom>
              <a:avLst/>
              <a:gdLst>
                <a:gd name="T0" fmla="*/ 4491 w 4491"/>
                <a:gd name="T1" fmla="*/ 7936 h 7936"/>
                <a:gd name="T2" fmla="*/ 4491 w 4491"/>
                <a:gd name="T3" fmla="*/ 7936 h 7936"/>
                <a:gd name="T4" fmla="*/ 4491 w 4491"/>
                <a:gd name="T5" fmla="*/ 0 h 7936"/>
                <a:gd name="T6" fmla="*/ 0 w 4491"/>
                <a:gd name="T7" fmla="*/ 0 h 7936"/>
                <a:gd name="T8" fmla="*/ 3966 w 4491"/>
                <a:gd name="T9" fmla="*/ 7936 h 7936"/>
                <a:gd name="T10" fmla="*/ 4491 w 4491"/>
                <a:gd name="T11" fmla="*/ 7936 h 7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91" h="7936">
                  <a:moveTo>
                    <a:pt x="4491" y="7936"/>
                  </a:moveTo>
                  <a:lnTo>
                    <a:pt x="4491" y="7936"/>
                  </a:lnTo>
                  <a:lnTo>
                    <a:pt x="4491" y="0"/>
                  </a:lnTo>
                  <a:lnTo>
                    <a:pt x="0" y="0"/>
                  </a:lnTo>
                  <a:lnTo>
                    <a:pt x="3966" y="7936"/>
                  </a:lnTo>
                  <a:lnTo>
                    <a:pt x="4491" y="7936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23" name="Freeform 7">
              <a:extLst>
                <a:ext uri="{FF2B5EF4-FFF2-40B4-BE49-F238E27FC236}">
                  <a16:creationId xmlns:a16="http://schemas.microsoft.com/office/drawing/2014/main" id="{847D06EA-B3AC-400B-A5C0-A74EB21FA9C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35700" y="-6351"/>
              <a:ext cx="2447925" cy="2449513"/>
            </a:xfrm>
            <a:custGeom>
              <a:avLst/>
              <a:gdLst>
                <a:gd name="T0" fmla="*/ 0 w 3767"/>
                <a:gd name="T1" fmla="*/ 0 h 3774"/>
                <a:gd name="T2" fmla="*/ 0 w 3767"/>
                <a:gd name="T3" fmla="*/ 0 h 3774"/>
                <a:gd name="T4" fmla="*/ 3767 w 3767"/>
                <a:gd name="T5" fmla="*/ 0 h 3774"/>
                <a:gd name="T6" fmla="*/ 1886 w 3767"/>
                <a:gd name="T7" fmla="*/ 3774 h 3774"/>
                <a:gd name="T8" fmla="*/ 0 w 3767"/>
                <a:gd name="T9" fmla="*/ 0 h 37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67" h="3774">
                  <a:moveTo>
                    <a:pt x="0" y="0"/>
                  </a:moveTo>
                  <a:lnTo>
                    <a:pt x="0" y="0"/>
                  </a:lnTo>
                  <a:lnTo>
                    <a:pt x="3767" y="0"/>
                  </a:lnTo>
                  <a:lnTo>
                    <a:pt x="1886" y="37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 dirty="0"/>
            </a:p>
          </p:txBody>
        </p:sp>
      </p:grpSp>
    </p:spTree>
    <p:extLst>
      <p:ext uri="{BB962C8B-B14F-4D97-AF65-F5344CB8AC3E}">
        <p14:creationId xmlns:p14="http://schemas.microsoft.com/office/powerpoint/2010/main" val="8341003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itelfolie 2zeilig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6">
            <a:extLst>
              <a:ext uri="{FF2B5EF4-FFF2-40B4-BE49-F238E27FC236}">
                <a16:creationId xmlns:a16="http://schemas.microsoft.com/office/drawing/2014/main" id="{2A1C568B-FA73-49E1-A515-1505C70ECEA9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539750" y="2168673"/>
            <a:ext cx="3246037" cy="97758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ts val="1700"/>
              </a:lnSpc>
              <a:buFontTx/>
              <a:buNone/>
              <a:defRPr sz="1400" b="0" i="0">
                <a:latin typeface="Arial" charset="0"/>
                <a:ea typeface="Arial" charset="0"/>
                <a:cs typeface="Arial" charset="0"/>
              </a:defRPr>
            </a:lvl1pPr>
            <a:lvl2pPr marL="4572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2pPr>
            <a:lvl3pPr marL="9144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3pPr>
            <a:lvl4pPr marL="13716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4pPr>
            <a:lvl5pPr marL="18288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5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FCC36FAF-C76C-4C6E-9CB9-6120C2A3E4B2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539750" y="1217533"/>
            <a:ext cx="3509736" cy="779709"/>
          </a:xfrm>
          <a:prstGeom prst="rect">
            <a:avLst/>
          </a:prstGeom>
        </p:spPr>
        <p:txBody>
          <a:bodyPr lIns="0" tIns="0" rIns="0" bIns="0" anchor="t" anchorCtr="0"/>
          <a:lstStyle>
            <a:lvl1pPr>
              <a:lnSpc>
                <a:spcPts val="3100"/>
              </a:lnSpc>
              <a:defRPr sz="2800"/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D740779F-9D96-4E49-9A95-916D8689FD27}"/>
              </a:ext>
            </a:extLst>
          </p:cNvPr>
          <p:cNvGrpSpPr/>
          <p:nvPr userDrawn="1"/>
        </p:nvGrpSpPr>
        <p:grpSpPr>
          <a:xfrm>
            <a:off x="6235700" y="-6351"/>
            <a:ext cx="2917825" cy="5152656"/>
            <a:chOff x="6235700" y="-6351"/>
            <a:chExt cx="2917825" cy="515265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27E70A4B-63D8-4003-968B-B03A2A23989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642100" y="2207842"/>
              <a:ext cx="2511425" cy="2938463"/>
            </a:xfrm>
            <a:custGeom>
              <a:avLst/>
              <a:gdLst>
                <a:gd name="T0" fmla="*/ 0 w 3866"/>
                <a:gd name="T1" fmla="*/ 4527 h 4527"/>
                <a:gd name="T2" fmla="*/ 0 w 3866"/>
                <a:gd name="T3" fmla="*/ 4527 h 4527"/>
                <a:gd name="T4" fmla="*/ 2264 w 3866"/>
                <a:gd name="T5" fmla="*/ 0 h 4527"/>
                <a:gd name="T6" fmla="*/ 3866 w 3866"/>
                <a:gd name="T7" fmla="*/ 0 h 4527"/>
                <a:gd name="T8" fmla="*/ 3866 w 3866"/>
                <a:gd name="T9" fmla="*/ 4527 h 4527"/>
                <a:gd name="T10" fmla="*/ 0 w 3866"/>
                <a:gd name="T11" fmla="*/ 4527 h 45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66" h="4527">
                  <a:moveTo>
                    <a:pt x="0" y="4527"/>
                  </a:moveTo>
                  <a:lnTo>
                    <a:pt x="0" y="4527"/>
                  </a:lnTo>
                  <a:lnTo>
                    <a:pt x="2264" y="0"/>
                  </a:lnTo>
                  <a:lnTo>
                    <a:pt x="3866" y="0"/>
                  </a:lnTo>
                  <a:lnTo>
                    <a:pt x="3866" y="4527"/>
                  </a:lnTo>
                  <a:lnTo>
                    <a:pt x="0" y="4527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 dirty="0"/>
            </a:p>
          </p:txBody>
        </p:sp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DA167FA2-7604-41AA-80F3-F3CFBEABAA4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35700" y="-6351"/>
              <a:ext cx="2917825" cy="5152656"/>
            </a:xfrm>
            <a:custGeom>
              <a:avLst/>
              <a:gdLst>
                <a:gd name="T0" fmla="*/ 4491 w 4491"/>
                <a:gd name="T1" fmla="*/ 7936 h 7936"/>
                <a:gd name="T2" fmla="*/ 4491 w 4491"/>
                <a:gd name="T3" fmla="*/ 7936 h 7936"/>
                <a:gd name="T4" fmla="*/ 4491 w 4491"/>
                <a:gd name="T5" fmla="*/ 0 h 7936"/>
                <a:gd name="T6" fmla="*/ 0 w 4491"/>
                <a:gd name="T7" fmla="*/ 0 h 7936"/>
                <a:gd name="T8" fmla="*/ 3966 w 4491"/>
                <a:gd name="T9" fmla="*/ 7936 h 7936"/>
                <a:gd name="T10" fmla="*/ 4491 w 4491"/>
                <a:gd name="T11" fmla="*/ 7936 h 7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91" h="7936">
                  <a:moveTo>
                    <a:pt x="4491" y="7936"/>
                  </a:moveTo>
                  <a:lnTo>
                    <a:pt x="4491" y="7936"/>
                  </a:lnTo>
                  <a:lnTo>
                    <a:pt x="4491" y="0"/>
                  </a:lnTo>
                  <a:lnTo>
                    <a:pt x="0" y="0"/>
                  </a:lnTo>
                  <a:lnTo>
                    <a:pt x="3966" y="7936"/>
                  </a:lnTo>
                  <a:lnTo>
                    <a:pt x="4491" y="7936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8" name="Freeform 7">
              <a:extLst>
                <a:ext uri="{FF2B5EF4-FFF2-40B4-BE49-F238E27FC236}">
                  <a16:creationId xmlns:a16="http://schemas.microsoft.com/office/drawing/2014/main" id="{E0A37BB8-3844-483D-AA8A-059028517CB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35700" y="-6351"/>
              <a:ext cx="2447925" cy="2449513"/>
            </a:xfrm>
            <a:custGeom>
              <a:avLst/>
              <a:gdLst>
                <a:gd name="T0" fmla="*/ 0 w 3767"/>
                <a:gd name="T1" fmla="*/ 0 h 3774"/>
                <a:gd name="T2" fmla="*/ 0 w 3767"/>
                <a:gd name="T3" fmla="*/ 0 h 3774"/>
                <a:gd name="T4" fmla="*/ 3767 w 3767"/>
                <a:gd name="T5" fmla="*/ 0 h 3774"/>
                <a:gd name="T6" fmla="*/ 1886 w 3767"/>
                <a:gd name="T7" fmla="*/ 3774 h 3774"/>
                <a:gd name="T8" fmla="*/ 0 w 3767"/>
                <a:gd name="T9" fmla="*/ 0 h 37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67" h="3774">
                  <a:moveTo>
                    <a:pt x="0" y="0"/>
                  </a:moveTo>
                  <a:lnTo>
                    <a:pt x="0" y="0"/>
                  </a:lnTo>
                  <a:lnTo>
                    <a:pt x="3767" y="0"/>
                  </a:lnTo>
                  <a:lnTo>
                    <a:pt x="1886" y="37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 dirty="0"/>
            </a:p>
          </p:txBody>
        </p:sp>
      </p:grpSp>
      <p:sp>
        <p:nvSpPr>
          <p:cNvPr id="10" name="Bildplatzhalter 2">
            <a:extLst>
              <a:ext uri="{FF2B5EF4-FFF2-40B4-BE49-F238E27FC236}">
                <a16:creationId xmlns:a16="http://schemas.microsoft.com/office/drawing/2014/main" id="{6591C452-DBD1-49E8-925F-DDB45E5691A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713247" y="-2858"/>
            <a:ext cx="5015527" cy="5150675"/>
          </a:xfrm>
          <a:custGeom>
            <a:avLst/>
            <a:gdLst>
              <a:gd name="connsiteX0" fmla="*/ 0 w 3510116"/>
              <a:gd name="connsiteY0" fmla="*/ 3797401 h 3797401"/>
              <a:gd name="connsiteX1" fmla="*/ 877529 w 3510116"/>
              <a:gd name="connsiteY1" fmla="*/ 0 h 3797401"/>
              <a:gd name="connsiteX2" fmla="*/ 3510116 w 3510116"/>
              <a:gd name="connsiteY2" fmla="*/ 0 h 3797401"/>
              <a:gd name="connsiteX3" fmla="*/ 2632587 w 3510116"/>
              <a:gd name="connsiteY3" fmla="*/ 3797401 h 3797401"/>
              <a:gd name="connsiteX4" fmla="*/ 0 w 3510116"/>
              <a:gd name="connsiteY4" fmla="*/ 3797401 h 3797401"/>
              <a:gd name="connsiteX0" fmla="*/ 0 w 4542503"/>
              <a:gd name="connsiteY0" fmla="*/ 3797401 h 3797401"/>
              <a:gd name="connsiteX1" fmla="*/ 877529 w 4542503"/>
              <a:gd name="connsiteY1" fmla="*/ 0 h 3797401"/>
              <a:gd name="connsiteX2" fmla="*/ 4542503 w 4542503"/>
              <a:gd name="connsiteY2" fmla="*/ 7375 h 3797401"/>
              <a:gd name="connsiteX3" fmla="*/ 2632587 w 4542503"/>
              <a:gd name="connsiteY3" fmla="*/ 3797401 h 3797401"/>
              <a:gd name="connsiteX4" fmla="*/ 0 w 4542503"/>
              <a:gd name="connsiteY4" fmla="*/ 3797401 h 3797401"/>
              <a:gd name="connsiteX0" fmla="*/ 0 w 5759245"/>
              <a:gd name="connsiteY0" fmla="*/ 3790027 h 3797401"/>
              <a:gd name="connsiteX1" fmla="*/ 2094271 w 5759245"/>
              <a:gd name="connsiteY1" fmla="*/ 0 h 3797401"/>
              <a:gd name="connsiteX2" fmla="*/ 5759245 w 5759245"/>
              <a:gd name="connsiteY2" fmla="*/ 7375 h 3797401"/>
              <a:gd name="connsiteX3" fmla="*/ 3849329 w 5759245"/>
              <a:gd name="connsiteY3" fmla="*/ 3797401 h 3797401"/>
              <a:gd name="connsiteX4" fmla="*/ 0 w 5759245"/>
              <a:gd name="connsiteY4" fmla="*/ 3790027 h 3797401"/>
              <a:gd name="connsiteX0" fmla="*/ 0 w 5759245"/>
              <a:gd name="connsiteY0" fmla="*/ 3794790 h 3802164"/>
              <a:gd name="connsiteX1" fmla="*/ 1929964 w 5759245"/>
              <a:gd name="connsiteY1" fmla="*/ 0 h 3802164"/>
              <a:gd name="connsiteX2" fmla="*/ 5759245 w 5759245"/>
              <a:gd name="connsiteY2" fmla="*/ 12138 h 3802164"/>
              <a:gd name="connsiteX3" fmla="*/ 3849329 w 5759245"/>
              <a:gd name="connsiteY3" fmla="*/ 3802164 h 3802164"/>
              <a:gd name="connsiteX4" fmla="*/ 0 w 5759245"/>
              <a:gd name="connsiteY4" fmla="*/ 3794790 h 3802164"/>
              <a:gd name="connsiteX0" fmla="*/ 0 w 5768770"/>
              <a:gd name="connsiteY0" fmla="*/ 3794790 h 3802164"/>
              <a:gd name="connsiteX1" fmla="*/ 1929964 w 5768770"/>
              <a:gd name="connsiteY1" fmla="*/ 0 h 3802164"/>
              <a:gd name="connsiteX2" fmla="*/ 5768770 w 5768770"/>
              <a:gd name="connsiteY2" fmla="*/ 231 h 3802164"/>
              <a:gd name="connsiteX3" fmla="*/ 3849329 w 5768770"/>
              <a:gd name="connsiteY3" fmla="*/ 3802164 h 3802164"/>
              <a:gd name="connsiteX4" fmla="*/ 0 w 5768770"/>
              <a:gd name="connsiteY4" fmla="*/ 3794790 h 3802164"/>
              <a:gd name="connsiteX0" fmla="*/ 0 w 5768770"/>
              <a:gd name="connsiteY0" fmla="*/ 3794790 h 3794790"/>
              <a:gd name="connsiteX1" fmla="*/ 1929964 w 5768770"/>
              <a:gd name="connsiteY1" fmla="*/ 0 h 3794790"/>
              <a:gd name="connsiteX2" fmla="*/ 5768770 w 5768770"/>
              <a:gd name="connsiteY2" fmla="*/ 231 h 3794790"/>
              <a:gd name="connsiteX3" fmla="*/ 3792179 w 5768770"/>
              <a:gd name="connsiteY3" fmla="*/ 3695008 h 3794790"/>
              <a:gd name="connsiteX4" fmla="*/ 0 w 5768770"/>
              <a:gd name="connsiteY4" fmla="*/ 3794790 h 3794790"/>
              <a:gd name="connsiteX0" fmla="*/ 0 w 5768770"/>
              <a:gd name="connsiteY0" fmla="*/ 3794790 h 3804546"/>
              <a:gd name="connsiteX1" fmla="*/ 1929964 w 5768770"/>
              <a:gd name="connsiteY1" fmla="*/ 0 h 3804546"/>
              <a:gd name="connsiteX2" fmla="*/ 5768770 w 5768770"/>
              <a:gd name="connsiteY2" fmla="*/ 231 h 3804546"/>
              <a:gd name="connsiteX3" fmla="*/ 3842185 w 5768770"/>
              <a:gd name="connsiteY3" fmla="*/ 3804546 h 3804546"/>
              <a:gd name="connsiteX4" fmla="*/ 0 w 5768770"/>
              <a:gd name="connsiteY4" fmla="*/ 3794790 h 3804546"/>
              <a:gd name="connsiteX0" fmla="*/ 0 w 5511595"/>
              <a:gd name="connsiteY0" fmla="*/ 3656678 h 3804546"/>
              <a:gd name="connsiteX1" fmla="*/ 1672789 w 5511595"/>
              <a:gd name="connsiteY1" fmla="*/ 0 h 3804546"/>
              <a:gd name="connsiteX2" fmla="*/ 5511595 w 5511595"/>
              <a:gd name="connsiteY2" fmla="*/ 231 h 3804546"/>
              <a:gd name="connsiteX3" fmla="*/ 3585010 w 5511595"/>
              <a:gd name="connsiteY3" fmla="*/ 3804546 h 3804546"/>
              <a:gd name="connsiteX4" fmla="*/ 0 w 5511595"/>
              <a:gd name="connsiteY4" fmla="*/ 3656678 h 3804546"/>
              <a:gd name="connsiteX0" fmla="*/ 0 w 5761626"/>
              <a:gd name="connsiteY0" fmla="*/ 3804315 h 3804546"/>
              <a:gd name="connsiteX1" fmla="*/ 1922820 w 5761626"/>
              <a:gd name="connsiteY1" fmla="*/ 0 h 3804546"/>
              <a:gd name="connsiteX2" fmla="*/ 5761626 w 5761626"/>
              <a:gd name="connsiteY2" fmla="*/ 231 h 3804546"/>
              <a:gd name="connsiteX3" fmla="*/ 3835041 w 5761626"/>
              <a:gd name="connsiteY3" fmla="*/ 3804546 h 3804546"/>
              <a:gd name="connsiteX4" fmla="*/ 0 w 5761626"/>
              <a:gd name="connsiteY4" fmla="*/ 3804315 h 3804546"/>
              <a:gd name="connsiteX0" fmla="*/ 0 w 5761626"/>
              <a:gd name="connsiteY0" fmla="*/ 3813811 h 3814042"/>
              <a:gd name="connsiteX1" fmla="*/ 1217596 w 5761626"/>
              <a:gd name="connsiteY1" fmla="*/ 0 h 3814042"/>
              <a:gd name="connsiteX2" fmla="*/ 5761626 w 5761626"/>
              <a:gd name="connsiteY2" fmla="*/ 9727 h 3814042"/>
              <a:gd name="connsiteX3" fmla="*/ 3835041 w 5761626"/>
              <a:gd name="connsiteY3" fmla="*/ 3814042 h 3814042"/>
              <a:gd name="connsiteX4" fmla="*/ 0 w 5761626"/>
              <a:gd name="connsiteY4" fmla="*/ 3813811 h 3814042"/>
              <a:gd name="connsiteX0" fmla="*/ 0 w 4153955"/>
              <a:gd name="connsiteY0" fmla="*/ 3813811 h 3814042"/>
              <a:gd name="connsiteX1" fmla="*/ 1217596 w 4153955"/>
              <a:gd name="connsiteY1" fmla="*/ 0 h 3814042"/>
              <a:gd name="connsiteX2" fmla="*/ 4153955 w 4153955"/>
              <a:gd name="connsiteY2" fmla="*/ 28721 h 3814042"/>
              <a:gd name="connsiteX3" fmla="*/ 3835041 w 4153955"/>
              <a:gd name="connsiteY3" fmla="*/ 3814042 h 3814042"/>
              <a:gd name="connsiteX4" fmla="*/ 0 w 4153955"/>
              <a:gd name="connsiteY4" fmla="*/ 3813811 h 3814042"/>
              <a:gd name="connsiteX0" fmla="*/ 0 w 5056403"/>
              <a:gd name="connsiteY0" fmla="*/ 3813811 h 3814042"/>
              <a:gd name="connsiteX1" fmla="*/ 1217596 w 5056403"/>
              <a:gd name="connsiteY1" fmla="*/ 0 h 3814042"/>
              <a:gd name="connsiteX2" fmla="*/ 5056403 w 5056403"/>
              <a:gd name="connsiteY2" fmla="*/ 230 h 3814042"/>
              <a:gd name="connsiteX3" fmla="*/ 3835041 w 5056403"/>
              <a:gd name="connsiteY3" fmla="*/ 3814042 h 3814042"/>
              <a:gd name="connsiteX4" fmla="*/ 0 w 5056403"/>
              <a:gd name="connsiteY4" fmla="*/ 3813811 h 3814042"/>
              <a:gd name="connsiteX0" fmla="*/ 0 w 5058901"/>
              <a:gd name="connsiteY0" fmla="*/ 3813811 h 3814042"/>
              <a:gd name="connsiteX1" fmla="*/ 1217596 w 5058901"/>
              <a:gd name="connsiteY1" fmla="*/ 0 h 3814042"/>
              <a:gd name="connsiteX2" fmla="*/ 5058901 w 5058901"/>
              <a:gd name="connsiteY2" fmla="*/ 12141 h 3814042"/>
              <a:gd name="connsiteX3" fmla="*/ 3835041 w 5058901"/>
              <a:gd name="connsiteY3" fmla="*/ 3814042 h 3814042"/>
              <a:gd name="connsiteX4" fmla="*/ 0 w 5058901"/>
              <a:gd name="connsiteY4" fmla="*/ 3813811 h 3814042"/>
              <a:gd name="connsiteX0" fmla="*/ 0 w 5058901"/>
              <a:gd name="connsiteY0" fmla="*/ 3809840 h 3810071"/>
              <a:gd name="connsiteX1" fmla="*/ 1215098 w 5058901"/>
              <a:gd name="connsiteY1" fmla="*/ 0 h 3810071"/>
              <a:gd name="connsiteX2" fmla="*/ 5058901 w 5058901"/>
              <a:gd name="connsiteY2" fmla="*/ 8170 h 3810071"/>
              <a:gd name="connsiteX3" fmla="*/ 3835041 w 5058901"/>
              <a:gd name="connsiteY3" fmla="*/ 3810071 h 3810071"/>
              <a:gd name="connsiteX4" fmla="*/ 0 w 5058901"/>
              <a:gd name="connsiteY4" fmla="*/ 3809840 h 3810071"/>
              <a:gd name="connsiteX0" fmla="*/ 0 w 5058901"/>
              <a:gd name="connsiteY0" fmla="*/ 3801899 h 3802130"/>
              <a:gd name="connsiteX1" fmla="*/ 1215098 w 5058901"/>
              <a:gd name="connsiteY1" fmla="*/ 0 h 3802130"/>
              <a:gd name="connsiteX2" fmla="*/ 5058901 w 5058901"/>
              <a:gd name="connsiteY2" fmla="*/ 229 h 3802130"/>
              <a:gd name="connsiteX3" fmla="*/ 3835041 w 5058901"/>
              <a:gd name="connsiteY3" fmla="*/ 3802130 h 3802130"/>
              <a:gd name="connsiteX4" fmla="*/ 0 w 5058901"/>
              <a:gd name="connsiteY4" fmla="*/ 3801899 h 3802130"/>
              <a:gd name="connsiteX0" fmla="*/ 0 w 5051406"/>
              <a:gd name="connsiteY0" fmla="*/ 3801899 h 3802130"/>
              <a:gd name="connsiteX1" fmla="*/ 1215098 w 5051406"/>
              <a:gd name="connsiteY1" fmla="*/ 0 h 3802130"/>
              <a:gd name="connsiteX2" fmla="*/ 5051406 w 5051406"/>
              <a:gd name="connsiteY2" fmla="*/ 229 h 3802130"/>
              <a:gd name="connsiteX3" fmla="*/ 3835041 w 5051406"/>
              <a:gd name="connsiteY3" fmla="*/ 3802130 h 3802130"/>
              <a:gd name="connsiteX4" fmla="*/ 0 w 5051406"/>
              <a:gd name="connsiteY4" fmla="*/ 3801899 h 3802130"/>
              <a:gd name="connsiteX0" fmla="*/ 0 w 5051406"/>
              <a:gd name="connsiteY0" fmla="*/ 4028058 h 4028289"/>
              <a:gd name="connsiteX1" fmla="*/ 1279142 w 5051406"/>
              <a:gd name="connsiteY1" fmla="*/ 0 h 4028289"/>
              <a:gd name="connsiteX2" fmla="*/ 5051406 w 5051406"/>
              <a:gd name="connsiteY2" fmla="*/ 226388 h 4028289"/>
              <a:gd name="connsiteX3" fmla="*/ 3835041 w 5051406"/>
              <a:gd name="connsiteY3" fmla="*/ 4028289 h 4028289"/>
              <a:gd name="connsiteX4" fmla="*/ 0 w 5051406"/>
              <a:gd name="connsiteY4" fmla="*/ 4028058 h 4028289"/>
              <a:gd name="connsiteX0" fmla="*/ 0 w 5051406"/>
              <a:gd name="connsiteY0" fmla="*/ 4028058 h 4028059"/>
              <a:gd name="connsiteX1" fmla="*/ 1279142 w 5051406"/>
              <a:gd name="connsiteY1" fmla="*/ 0 h 4028059"/>
              <a:gd name="connsiteX2" fmla="*/ 5051406 w 5051406"/>
              <a:gd name="connsiteY2" fmla="*/ 226388 h 4028059"/>
              <a:gd name="connsiteX3" fmla="*/ 3539729 w 5051406"/>
              <a:gd name="connsiteY3" fmla="*/ 3632510 h 4028059"/>
              <a:gd name="connsiteX4" fmla="*/ 0 w 5051406"/>
              <a:gd name="connsiteY4" fmla="*/ 4028058 h 4028059"/>
              <a:gd name="connsiteX0" fmla="*/ 0 w 5051406"/>
              <a:gd name="connsiteY0" fmla="*/ 4028058 h 4028057"/>
              <a:gd name="connsiteX1" fmla="*/ 1279142 w 5051406"/>
              <a:gd name="connsiteY1" fmla="*/ 0 h 4028057"/>
              <a:gd name="connsiteX2" fmla="*/ 5051406 w 5051406"/>
              <a:gd name="connsiteY2" fmla="*/ 226388 h 4028057"/>
              <a:gd name="connsiteX3" fmla="*/ 3763882 w 5051406"/>
              <a:gd name="connsiteY3" fmla="*/ 4022635 h 4028057"/>
              <a:gd name="connsiteX4" fmla="*/ 0 w 5051406"/>
              <a:gd name="connsiteY4" fmla="*/ 4028058 h 4028057"/>
              <a:gd name="connsiteX0" fmla="*/ 0 w 5054964"/>
              <a:gd name="connsiteY0" fmla="*/ 4039137 h 4039138"/>
              <a:gd name="connsiteX1" fmla="*/ 1279142 w 5054964"/>
              <a:gd name="connsiteY1" fmla="*/ 11079 h 4039138"/>
              <a:gd name="connsiteX2" fmla="*/ 5054964 w 5054964"/>
              <a:gd name="connsiteY2" fmla="*/ 0 h 4039138"/>
              <a:gd name="connsiteX3" fmla="*/ 3763882 w 5054964"/>
              <a:gd name="connsiteY3" fmla="*/ 4033714 h 4039138"/>
              <a:gd name="connsiteX4" fmla="*/ 0 w 5054964"/>
              <a:gd name="connsiteY4" fmla="*/ 4039137 h 4039138"/>
              <a:gd name="connsiteX0" fmla="*/ 0 w 5054964"/>
              <a:gd name="connsiteY0" fmla="*/ 4039366 h 4039365"/>
              <a:gd name="connsiteX1" fmla="*/ 1453483 w 5054964"/>
              <a:gd name="connsiteY1" fmla="*/ 0 h 4039365"/>
              <a:gd name="connsiteX2" fmla="*/ 5054964 w 5054964"/>
              <a:gd name="connsiteY2" fmla="*/ 229 h 4039365"/>
              <a:gd name="connsiteX3" fmla="*/ 3763882 w 5054964"/>
              <a:gd name="connsiteY3" fmla="*/ 4033943 h 4039365"/>
              <a:gd name="connsiteX4" fmla="*/ 0 w 5054964"/>
              <a:gd name="connsiteY4" fmla="*/ 4039366 h 4039365"/>
              <a:gd name="connsiteX0" fmla="*/ 0 w 5054964"/>
              <a:gd name="connsiteY0" fmla="*/ 4039137 h 4039138"/>
              <a:gd name="connsiteX1" fmla="*/ 1282700 w 5054964"/>
              <a:gd name="connsiteY1" fmla="*/ 5425 h 4039138"/>
              <a:gd name="connsiteX2" fmla="*/ 5054964 w 5054964"/>
              <a:gd name="connsiteY2" fmla="*/ 0 h 4039138"/>
              <a:gd name="connsiteX3" fmla="*/ 3763882 w 5054964"/>
              <a:gd name="connsiteY3" fmla="*/ 4033714 h 4039138"/>
              <a:gd name="connsiteX4" fmla="*/ 0 w 5054964"/>
              <a:gd name="connsiteY4" fmla="*/ 4039137 h 4039138"/>
              <a:gd name="connsiteX0" fmla="*/ 0 w 5054964"/>
              <a:gd name="connsiteY0" fmla="*/ 4039137 h 4040572"/>
              <a:gd name="connsiteX1" fmla="*/ 1282700 w 5054964"/>
              <a:gd name="connsiteY1" fmla="*/ 5425 h 4040572"/>
              <a:gd name="connsiteX2" fmla="*/ 5054964 w 5054964"/>
              <a:gd name="connsiteY2" fmla="*/ 0 h 4040572"/>
              <a:gd name="connsiteX3" fmla="*/ 3926959 w 5054964"/>
              <a:gd name="connsiteY3" fmla="*/ 4040572 h 4040572"/>
              <a:gd name="connsiteX4" fmla="*/ 0 w 5054964"/>
              <a:gd name="connsiteY4" fmla="*/ 4039137 h 4040572"/>
              <a:gd name="connsiteX0" fmla="*/ 0 w 5054964"/>
              <a:gd name="connsiteY0" fmla="*/ 4039137 h 4039137"/>
              <a:gd name="connsiteX1" fmla="*/ 1282700 w 5054964"/>
              <a:gd name="connsiteY1" fmla="*/ 5425 h 4039137"/>
              <a:gd name="connsiteX2" fmla="*/ 5054964 w 5054964"/>
              <a:gd name="connsiteY2" fmla="*/ 0 h 4039137"/>
              <a:gd name="connsiteX3" fmla="*/ 3929871 w 5054964"/>
              <a:gd name="connsiteY3" fmla="*/ 4038286 h 4039137"/>
              <a:gd name="connsiteX4" fmla="*/ 0 w 5054964"/>
              <a:gd name="connsiteY4" fmla="*/ 4039137 h 4039137"/>
              <a:gd name="connsiteX0" fmla="*/ 0 w 5054964"/>
              <a:gd name="connsiteY0" fmla="*/ 4039137 h 4039137"/>
              <a:gd name="connsiteX1" fmla="*/ 1282700 w 5054964"/>
              <a:gd name="connsiteY1" fmla="*/ 5425 h 4039137"/>
              <a:gd name="connsiteX2" fmla="*/ 5054964 w 5054964"/>
              <a:gd name="connsiteY2" fmla="*/ 0 h 4039137"/>
              <a:gd name="connsiteX3" fmla="*/ 3947344 w 5054964"/>
              <a:gd name="connsiteY3" fmla="*/ 4038286 h 4039137"/>
              <a:gd name="connsiteX4" fmla="*/ 0 w 5054964"/>
              <a:gd name="connsiteY4" fmla="*/ 4039137 h 4039137"/>
              <a:gd name="connsiteX0" fmla="*/ 0 w 5060788"/>
              <a:gd name="connsiteY0" fmla="*/ 4041423 h 4041423"/>
              <a:gd name="connsiteX1" fmla="*/ 1288524 w 5060788"/>
              <a:gd name="connsiteY1" fmla="*/ 5425 h 4041423"/>
              <a:gd name="connsiteX2" fmla="*/ 5060788 w 5060788"/>
              <a:gd name="connsiteY2" fmla="*/ 0 h 4041423"/>
              <a:gd name="connsiteX3" fmla="*/ 3953168 w 5060788"/>
              <a:gd name="connsiteY3" fmla="*/ 4038286 h 4041423"/>
              <a:gd name="connsiteX4" fmla="*/ 0 w 5060788"/>
              <a:gd name="connsiteY4" fmla="*/ 4041423 h 4041423"/>
              <a:gd name="connsiteX0" fmla="*/ 0 w 5060788"/>
              <a:gd name="connsiteY0" fmla="*/ 4041423 h 4041423"/>
              <a:gd name="connsiteX1" fmla="*/ 2642651 w 5060788"/>
              <a:gd name="connsiteY1" fmla="*/ 853 h 4041423"/>
              <a:gd name="connsiteX2" fmla="*/ 5060788 w 5060788"/>
              <a:gd name="connsiteY2" fmla="*/ 0 h 4041423"/>
              <a:gd name="connsiteX3" fmla="*/ 3953168 w 5060788"/>
              <a:gd name="connsiteY3" fmla="*/ 4038286 h 4041423"/>
              <a:gd name="connsiteX4" fmla="*/ 0 w 5060788"/>
              <a:gd name="connsiteY4" fmla="*/ 4041423 h 4041423"/>
              <a:gd name="connsiteX0" fmla="*/ 0 w 4347323"/>
              <a:gd name="connsiteY0" fmla="*/ 4045995 h 4045995"/>
              <a:gd name="connsiteX1" fmla="*/ 2642651 w 4347323"/>
              <a:gd name="connsiteY1" fmla="*/ 5425 h 4045995"/>
              <a:gd name="connsiteX2" fmla="*/ 4347323 w 4347323"/>
              <a:gd name="connsiteY2" fmla="*/ 0 h 4045995"/>
              <a:gd name="connsiteX3" fmla="*/ 3953168 w 4347323"/>
              <a:gd name="connsiteY3" fmla="*/ 4042858 h 4045995"/>
              <a:gd name="connsiteX4" fmla="*/ 0 w 4347323"/>
              <a:gd name="connsiteY4" fmla="*/ 4045995 h 4045995"/>
              <a:gd name="connsiteX0" fmla="*/ 0 w 3953168"/>
              <a:gd name="connsiteY0" fmla="*/ 4043709 h 4043709"/>
              <a:gd name="connsiteX1" fmla="*/ 2642651 w 3953168"/>
              <a:gd name="connsiteY1" fmla="*/ 3139 h 4043709"/>
              <a:gd name="connsiteX2" fmla="*/ 3537758 w 3953168"/>
              <a:gd name="connsiteY2" fmla="*/ 0 h 4043709"/>
              <a:gd name="connsiteX3" fmla="*/ 3953168 w 3953168"/>
              <a:gd name="connsiteY3" fmla="*/ 4040572 h 4043709"/>
              <a:gd name="connsiteX4" fmla="*/ 0 w 3953168"/>
              <a:gd name="connsiteY4" fmla="*/ 4043709 h 4043709"/>
              <a:gd name="connsiteX0" fmla="*/ 0 w 3953168"/>
              <a:gd name="connsiteY0" fmla="*/ 4043709 h 4043709"/>
              <a:gd name="connsiteX1" fmla="*/ 2642651 w 3953168"/>
              <a:gd name="connsiteY1" fmla="*/ 3139 h 4043709"/>
              <a:gd name="connsiteX2" fmla="*/ 3537758 w 3953168"/>
              <a:gd name="connsiteY2" fmla="*/ 0 h 4043709"/>
              <a:gd name="connsiteX3" fmla="*/ 3611785 w 3953168"/>
              <a:gd name="connsiteY3" fmla="*/ 694979 h 4043709"/>
              <a:gd name="connsiteX4" fmla="*/ 3953168 w 3953168"/>
              <a:gd name="connsiteY4" fmla="*/ 4040572 h 4043709"/>
              <a:gd name="connsiteX5" fmla="*/ 0 w 3953168"/>
              <a:gd name="connsiteY5" fmla="*/ 4043709 h 4043709"/>
              <a:gd name="connsiteX0" fmla="*/ 0 w 4750417"/>
              <a:gd name="connsiteY0" fmla="*/ 4043709 h 4043709"/>
              <a:gd name="connsiteX1" fmla="*/ 2642651 w 4750417"/>
              <a:gd name="connsiteY1" fmla="*/ 3139 h 4043709"/>
              <a:gd name="connsiteX2" fmla="*/ 3537758 w 4750417"/>
              <a:gd name="connsiteY2" fmla="*/ 0 h 4043709"/>
              <a:gd name="connsiteX3" fmla="*/ 4750417 w 4750417"/>
              <a:gd name="connsiteY3" fmla="*/ 1924908 h 4043709"/>
              <a:gd name="connsiteX4" fmla="*/ 3953168 w 4750417"/>
              <a:gd name="connsiteY4" fmla="*/ 4040572 h 4043709"/>
              <a:gd name="connsiteX5" fmla="*/ 0 w 4750417"/>
              <a:gd name="connsiteY5" fmla="*/ 4043709 h 4043709"/>
              <a:gd name="connsiteX0" fmla="*/ 0 w 5015418"/>
              <a:gd name="connsiteY0" fmla="*/ 4043709 h 4043709"/>
              <a:gd name="connsiteX1" fmla="*/ 2642651 w 5015418"/>
              <a:gd name="connsiteY1" fmla="*/ 3139 h 4043709"/>
              <a:gd name="connsiteX2" fmla="*/ 3537758 w 5015418"/>
              <a:gd name="connsiteY2" fmla="*/ 0 h 4043709"/>
              <a:gd name="connsiteX3" fmla="*/ 5015418 w 5015418"/>
              <a:gd name="connsiteY3" fmla="*/ 2340981 h 4043709"/>
              <a:gd name="connsiteX4" fmla="*/ 3953168 w 5015418"/>
              <a:gd name="connsiteY4" fmla="*/ 4040572 h 4043709"/>
              <a:gd name="connsiteX5" fmla="*/ 0 w 5015418"/>
              <a:gd name="connsiteY5" fmla="*/ 4043709 h 4043709"/>
              <a:gd name="connsiteX0" fmla="*/ 0 w 5015418"/>
              <a:gd name="connsiteY0" fmla="*/ 4041423 h 4041423"/>
              <a:gd name="connsiteX1" fmla="*/ 2642651 w 5015418"/>
              <a:gd name="connsiteY1" fmla="*/ 853 h 4041423"/>
              <a:gd name="connsiteX2" fmla="*/ 3523197 w 5015418"/>
              <a:gd name="connsiteY2" fmla="*/ 0 h 4041423"/>
              <a:gd name="connsiteX3" fmla="*/ 5015418 w 5015418"/>
              <a:gd name="connsiteY3" fmla="*/ 2338695 h 4041423"/>
              <a:gd name="connsiteX4" fmla="*/ 3953168 w 5015418"/>
              <a:gd name="connsiteY4" fmla="*/ 4038286 h 4041423"/>
              <a:gd name="connsiteX5" fmla="*/ 0 w 5015418"/>
              <a:gd name="connsiteY5" fmla="*/ 4041423 h 4041423"/>
              <a:gd name="connsiteX0" fmla="*/ 0 w 4817395"/>
              <a:gd name="connsiteY0" fmla="*/ 4041423 h 4041423"/>
              <a:gd name="connsiteX1" fmla="*/ 2642651 w 4817395"/>
              <a:gd name="connsiteY1" fmla="*/ 853 h 4041423"/>
              <a:gd name="connsiteX2" fmla="*/ 3523197 w 4817395"/>
              <a:gd name="connsiteY2" fmla="*/ 0 h 4041423"/>
              <a:gd name="connsiteX3" fmla="*/ 4817395 w 4817395"/>
              <a:gd name="connsiteY3" fmla="*/ 2338695 h 4041423"/>
              <a:gd name="connsiteX4" fmla="*/ 3953168 w 4817395"/>
              <a:gd name="connsiteY4" fmla="*/ 4038286 h 4041423"/>
              <a:gd name="connsiteX5" fmla="*/ 0 w 4817395"/>
              <a:gd name="connsiteY5" fmla="*/ 4041423 h 4041423"/>
              <a:gd name="connsiteX0" fmla="*/ 0 w 5018330"/>
              <a:gd name="connsiteY0" fmla="*/ 4041423 h 4041423"/>
              <a:gd name="connsiteX1" fmla="*/ 2642651 w 5018330"/>
              <a:gd name="connsiteY1" fmla="*/ 853 h 4041423"/>
              <a:gd name="connsiteX2" fmla="*/ 3523197 w 5018330"/>
              <a:gd name="connsiteY2" fmla="*/ 0 h 4041423"/>
              <a:gd name="connsiteX3" fmla="*/ 5018330 w 5018330"/>
              <a:gd name="connsiteY3" fmla="*/ 2334123 h 4041423"/>
              <a:gd name="connsiteX4" fmla="*/ 3953168 w 5018330"/>
              <a:gd name="connsiteY4" fmla="*/ 4038286 h 4041423"/>
              <a:gd name="connsiteX5" fmla="*/ 0 w 5018330"/>
              <a:gd name="connsiteY5" fmla="*/ 4041423 h 4041423"/>
              <a:gd name="connsiteX0" fmla="*/ 0 w 5021242"/>
              <a:gd name="connsiteY0" fmla="*/ 4041423 h 4041423"/>
              <a:gd name="connsiteX1" fmla="*/ 2642651 w 5021242"/>
              <a:gd name="connsiteY1" fmla="*/ 853 h 4041423"/>
              <a:gd name="connsiteX2" fmla="*/ 3523197 w 5021242"/>
              <a:gd name="connsiteY2" fmla="*/ 0 h 4041423"/>
              <a:gd name="connsiteX3" fmla="*/ 5021242 w 5021242"/>
              <a:gd name="connsiteY3" fmla="*/ 2334123 h 4041423"/>
              <a:gd name="connsiteX4" fmla="*/ 3953168 w 5021242"/>
              <a:gd name="connsiteY4" fmla="*/ 4038286 h 4041423"/>
              <a:gd name="connsiteX5" fmla="*/ 0 w 5021242"/>
              <a:gd name="connsiteY5" fmla="*/ 4041423 h 4041423"/>
              <a:gd name="connsiteX0" fmla="*/ 0 w 5021242"/>
              <a:gd name="connsiteY0" fmla="*/ 4041423 h 4041423"/>
              <a:gd name="connsiteX1" fmla="*/ 2642651 w 5021242"/>
              <a:gd name="connsiteY1" fmla="*/ 853 h 4041423"/>
              <a:gd name="connsiteX2" fmla="*/ 3529021 w 5021242"/>
              <a:gd name="connsiteY2" fmla="*/ 0 h 4041423"/>
              <a:gd name="connsiteX3" fmla="*/ 5021242 w 5021242"/>
              <a:gd name="connsiteY3" fmla="*/ 2334123 h 4041423"/>
              <a:gd name="connsiteX4" fmla="*/ 3953168 w 5021242"/>
              <a:gd name="connsiteY4" fmla="*/ 4038286 h 4041423"/>
              <a:gd name="connsiteX5" fmla="*/ 0 w 5021242"/>
              <a:gd name="connsiteY5" fmla="*/ 4041423 h 4041423"/>
              <a:gd name="connsiteX0" fmla="*/ 0 w 5021242"/>
              <a:gd name="connsiteY0" fmla="*/ 4041423 h 4041423"/>
              <a:gd name="connsiteX1" fmla="*/ 2642651 w 5021242"/>
              <a:gd name="connsiteY1" fmla="*/ 853 h 4041423"/>
              <a:gd name="connsiteX2" fmla="*/ 3529021 w 5021242"/>
              <a:gd name="connsiteY2" fmla="*/ 0 h 4041423"/>
              <a:gd name="connsiteX3" fmla="*/ 5021242 w 5021242"/>
              <a:gd name="connsiteY3" fmla="*/ 2334123 h 4041423"/>
              <a:gd name="connsiteX4" fmla="*/ 3935695 w 5021242"/>
              <a:gd name="connsiteY4" fmla="*/ 4036000 h 4041423"/>
              <a:gd name="connsiteX5" fmla="*/ 0 w 5021242"/>
              <a:gd name="connsiteY5" fmla="*/ 4041423 h 4041423"/>
              <a:gd name="connsiteX0" fmla="*/ 0 w 5021242"/>
              <a:gd name="connsiteY0" fmla="*/ 4041423 h 4041423"/>
              <a:gd name="connsiteX1" fmla="*/ 2642651 w 5021242"/>
              <a:gd name="connsiteY1" fmla="*/ 853 h 4041423"/>
              <a:gd name="connsiteX2" fmla="*/ 3529021 w 5021242"/>
              <a:gd name="connsiteY2" fmla="*/ 0 h 4041423"/>
              <a:gd name="connsiteX3" fmla="*/ 5021242 w 5021242"/>
              <a:gd name="connsiteY3" fmla="*/ 2342669 h 4041423"/>
              <a:gd name="connsiteX4" fmla="*/ 3935695 w 5021242"/>
              <a:gd name="connsiteY4" fmla="*/ 4036000 h 4041423"/>
              <a:gd name="connsiteX5" fmla="*/ 0 w 5021242"/>
              <a:gd name="connsiteY5" fmla="*/ 4041423 h 4041423"/>
              <a:gd name="connsiteX0" fmla="*/ 0 w 5021242"/>
              <a:gd name="connsiteY0" fmla="*/ 4041423 h 4041423"/>
              <a:gd name="connsiteX1" fmla="*/ 2642651 w 5021242"/>
              <a:gd name="connsiteY1" fmla="*/ 853 h 4041423"/>
              <a:gd name="connsiteX2" fmla="*/ 3529021 w 5021242"/>
              <a:gd name="connsiteY2" fmla="*/ 0 h 4041423"/>
              <a:gd name="connsiteX3" fmla="*/ 5021242 w 5021242"/>
              <a:gd name="connsiteY3" fmla="*/ 2342669 h 4041423"/>
              <a:gd name="connsiteX4" fmla="*/ 3815680 w 5021242"/>
              <a:gd name="connsiteY4" fmla="*/ 3899162 h 4041423"/>
              <a:gd name="connsiteX5" fmla="*/ 0 w 5021242"/>
              <a:gd name="connsiteY5" fmla="*/ 4041423 h 4041423"/>
              <a:gd name="connsiteX0" fmla="*/ 0 w 5021242"/>
              <a:gd name="connsiteY0" fmla="*/ 4041423 h 4041423"/>
              <a:gd name="connsiteX1" fmla="*/ 2642651 w 5021242"/>
              <a:gd name="connsiteY1" fmla="*/ 853 h 4041423"/>
              <a:gd name="connsiteX2" fmla="*/ 3529021 w 5021242"/>
              <a:gd name="connsiteY2" fmla="*/ 0 h 4041423"/>
              <a:gd name="connsiteX3" fmla="*/ 5021242 w 5021242"/>
              <a:gd name="connsiteY3" fmla="*/ 2342669 h 4041423"/>
              <a:gd name="connsiteX4" fmla="*/ 3929980 w 5021242"/>
              <a:gd name="connsiteY4" fmla="*/ 4040486 h 4041423"/>
              <a:gd name="connsiteX5" fmla="*/ 0 w 5021242"/>
              <a:gd name="connsiteY5" fmla="*/ 4041423 h 4041423"/>
              <a:gd name="connsiteX0" fmla="*/ 0 w 5021242"/>
              <a:gd name="connsiteY0" fmla="*/ 4040570 h 4040570"/>
              <a:gd name="connsiteX1" fmla="*/ 2642651 w 5021242"/>
              <a:gd name="connsiteY1" fmla="*/ 0 h 4040570"/>
              <a:gd name="connsiteX2" fmla="*/ 3426151 w 5021242"/>
              <a:gd name="connsiteY2" fmla="*/ 79877 h 4040570"/>
              <a:gd name="connsiteX3" fmla="*/ 5021242 w 5021242"/>
              <a:gd name="connsiteY3" fmla="*/ 2341816 h 4040570"/>
              <a:gd name="connsiteX4" fmla="*/ 3929980 w 5021242"/>
              <a:gd name="connsiteY4" fmla="*/ 4039633 h 4040570"/>
              <a:gd name="connsiteX5" fmla="*/ 0 w 5021242"/>
              <a:gd name="connsiteY5" fmla="*/ 4040570 h 4040570"/>
              <a:gd name="connsiteX0" fmla="*/ 0 w 5021242"/>
              <a:gd name="connsiteY0" fmla="*/ 4041421 h 4041421"/>
              <a:gd name="connsiteX1" fmla="*/ 2642651 w 5021242"/>
              <a:gd name="connsiteY1" fmla="*/ 851 h 4041421"/>
              <a:gd name="connsiteX2" fmla="*/ 3520448 w 5021242"/>
              <a:gd name="connsiteY2" fmla="*/ 0 h 4041421"/>
              <a:gd name="connsiteX3" fmla="*/ 5021242 w 5021242"/>
              <a:gd name="connsiteY3" fmla="*/ 2342667 h 4041421"/>
              <a:gd name="connsiteX4" fmla="*/ 3929980 w 5021242"/>
              <a:gd name="connsiteY4" fmla="*/ 4040484 h 4041421"/>
              <a:gd name="connsiteX5" fmla="*/ 0 w 5021242"/>
              <a:gd name="connsiteY5" fmla="*/ 4041421 h 4041421"/>
              <a:gd name="connsiteX0" fmla="*/ 0 w 5021242"/>
              <a:gd name="connsiteY0" fmla="*/ 4040570 h 4040570"/>
              <a:gd name="connsiteX1" fmla="*/ 2642651 w 5021242"/>
              <a:gd name="connsiteY1" fmla="*/ 0 h 4040570"/>
              <a:gd name="connsiteX2" fmla="*/ 3440438 w 5021242"/>
              <a:gd name="connsiteY2" fmla="*/ 1395 h 4040570"/>
              <a:gd name="connsiteX3" fmla="*/ 5021242 w 5021242"/>
              <a:gd name="connsiteY3" fmla="*/ 2341816 h 4040570"/>
              <a:gd name="connsiteX4" fmla="*/ 3929980 w 5021242"/>
              <a:gd name="connsiteY4" fmla="*/ 4039633 h 4040570"/>
              <a:gd name="connsiteX5" fmla="*/ 0 w 5021242"/>
              <a:gd name="connsiteY5" fmla="*/ 4040570 h 4040570"/>
              <a:gd name="connsiteX0" fmla="*/ 0 w 5021242"/>
              <a:gd name="connsiteY0" fmla="*/ 4043666 h 4043666"/>
              <a:gd name="connsiteX1" fmla="*/ 2642651 w 5021242"/>
              <a:gd name="connsiteY1" fmla="*/ 3096 h 4043666"/>
              <a:gd name="connsiteX2" fmla="*/ 3529020 w 5021242"/>
              <a:gd name="connsiteY2" fmla="*/ 0 h 4043666"/>
              <a:gd name="connsiteX3" fmla="*/ 5021242 w 5021242"/>
              <a:gd name="connsiteY3" fmla="*/ 2344912 h 4043666"/>
              <a:gd name="connsiteX4" fmla="*/ 3929980 w 5021242"/>
              <a:gd name="connsiteY4" fmla="*/ 4042729 h 4043666"/>
              <a:gd name="connsiteX5" fmla="*/ 0 w 5021242"/>
              <a:gd name="connsiteY5" fmla="*/ 4043666 h 4043666"/>
              <a:gd name="connsiteX0" fmla="*/ 0 w 5021242"/>
              <a:gd name="connsiteY0" fmla="*/ 4045061 h 4045061"/>
              <a:gd name="connsiteX1" fmla="*/ 2654081 w 5021242"/>
              <a:gd name="connsiteY1" fmla="*/ 0 h 4045061"/>
              <a:gd name="connsiteX2" fmla="*/ 3529020 w 5021242"/>
              <a:gd name="connsiteY2" fmla="*/ 1395 h 4045061"/>
              <a:gd name="connsiteX3" fmla="*/ 5021242 w 5021242"/>
              <a:gd name="connsiteY3" fmla="*/ 2346307 h 4045061"/>
              <a:gd name="connsiteX4" fmla="*/ 3929980 w 5021242"/>
              <a:gd name="connsiteY4" fmla="*/ 4044124 h 4045061"/>
              <a:gd name="connsiteX5" fmla="*/ 0 w 5021242"/>
              <a:gd name="connsiteY5" fmla="*/ 4045061 h 4045061"/>
              <a:gd name="connsiteX0" fmla="*/ 0 w 5021242"/>
              <a:gd name="connsiteY0" fmla="*/ 4043666 h 4043666"/>
              <a:gd name="connsiteX1" fmla="*/ 2654081 w 5021242"/>
              <a:gd name="connsiteY1" fmla="*/ 851 h 4043666"/>
              <a:gd name="connsiteX2" fmla="*/ 3529020 w 5021242"/>
              <a:gd name="connsiteY2" fmla="*/ 0 h 4043666"/>
              <a:gd name="connsiteX3" fmla="*/ 5021242 w 5021242"/>
              <a:gd name="connsiteY3" fmla="*/ 2344912 h 4043666"/>
              <a:gd name="connsiteX4" fmla="*/ 3929980 w 5021242"/>
              <a:gd name="connsiteY4" fmla="*/ 4042729 h 4043666"/>
              <a:gd name="connsiteX5" fmla="*/ 0 w 5021242"/>
              <a:gd name="connsiteY5" fmla="*/ 4043666 h 4043666"/>
              <a:gd name="connsiteX0" fmla="*/ 0 w 4884082"/>
              <a:gd name="connsiteY0" fmla="*/ 4043666 h 4043666"/>
              <a:gd name="connsiteX1" fmla="*/ 2654081 w 4884082"/>
              <a:gd name="connsiteY1" fmla="*/ 851 h 4043666"/>
              <a:gd name="connsiteX2" fmla="*/ 3529020 w 4884082"/>
              <a:gd name="connsiteY2" fmla="*/ 0 h 4043666"/>
              <a:gd name="connsiteX3" fmla="*/ 4884082 w 4884082"/>
              <a:gd name="connsiteY3" fmla="*/ 2342667 h 4043666"/>
              <a:gd name="connsiteX4" fmla="*/ 3929980 w 4884082"/>
              <a:gd name="connsiteY4" fmla="*/ 4042729 h 4043666"/>
              <a:gd name="connsiteX5" fmla="*/ 0 w 4884082"/>
              <a:gd name="connsiteY5" fmla="*/ 4043666 h 4043666"/>
              <a:gd name="connsiteX0" fmla="*/ 0 w 5018385"/>
              <a:gd name="connsiteY0" fmla="*/ 4043666 h 4043666"/>
              <a:gd name="connsiteX1" fmla="*/ 2654081 w 5018385"/>
              <a:gd name="connsiteY1" fmla="*/ 851 h 4043666"/>
              <a:gd name="connsiteX2" fmla="*/ 3529020 w 5018385"/>
              <a:gd name="connsiteY2" fmla="*/ 0 h 4043666"/>
              <a:gd name="connsiteX3" fmla="*/ 5018385 w 5018385"/>
              <a:gd name="connsiteY3" fmla="*/ 2344912 h 4043666"/>
              <a:gd name="connsiteX4" fmla="*/ 3929980 w 5018385"/>
              <a:gd name="connsiteY4" fmla="*/ 4042729 h 4043666"/>
              <a:gd name="connsiteX5" fmla="*/ 0 w 5018385"/>
              <a:gd name="connsiteY5" fmla="*/ 4043666 h 4043666"/>
              <a:gd name="connsiteX0" fmla="*/ 0 w 5018385"/>
              <a:gd name="connsiteY0" fmla="*/ 4043666 h 4043666"/>
              <a:gd name="connsiteX1" fmla="*/ 2654081 w 5018385"/>
              <a:gd name="connsiteY1" fmla="*/ 851 h 4043666"/>
              <a:gd name="connsiteX2" fmla="*/ 3529020 w 5018385"/>
              <a:gd name="connsiteY2" fmla="*/ 0 h 4043666"/>
              <a:gd name="connsiteX3" fmla="*/ 5018385 w 5018385"/>
              <a:gd name="connsiteY3" fmla="*/ 2344912 h 4043666"/>
              <a:gd name="connsiteX4" fmla="*/ 3787105 w 5018385"/>
              <a:gd name="connsiteY4" fmla="*/ 3959656 h 4043666"/>
              <a:gd name="connsiteX5" fmla="*/ 0 w 5018385"/>
              <a:gd name="connsiteY5" fmla="*/ 4043666 h 4043666"/>
              <a:gd name="connsiteX0" fmla="*/ 0 w 5018385"/>
              <a:gd name="connsiteY0" fmla="*/ 4043666 h 4043666"/>
              <a:gd name="connsiteX1" fmla="*/ 2654081 w 5018385"/>
              <a:gd name="connsiteY1" fmla="*/ 851 h 4043666"/>
              <a:gd name="connsiteX2" fmla="*/ 3529020 w 5018385"/>
              <a:gd name="connsiteY2" fmla="*/ 0 h 4043666"/>
              <a:gd name="connsiteX3" fmla="*/ 5018385 w 5018385"/>
              <a:gd name="connsiteY3" fmla="*/ 2344912 h 4043666"/>
              <a:gd name="connsiteX4" fmla="*/ 3935695 w 5018385"/>
              <a:gd name="connsiteY4" fmla="*/ 4042729 h 4043666"/>
              <a:gd name="connsiteX5" fmla="*/ 0 w 5018385"/>
              <a:gd name="connsiteY5" fmla="*/ 4043666 h 4043666"/>
              <a:gd name="connsiteX0" fmla="*/ 0 w 4992667"/>
              <a:gd name="connsiteY0" fmla="*/ 4005497 h 4042729"/>
              <a:gd name="connsiteX1" fmla="*/ 2628363 w 4992667"/>
              <a:gd name="connsiteY1" fmla="*/ 851 h 4042729"/>
              <a:gd name="connsiteX2" fmla="*/ 3503302 w 4992667"/>
              <a:gd name="connsiteY2" fmla="*/ 0 h 4042729"/>
              <a:gd name="connsiteX3" fmla="*/ 4992667 w 4992667"/>
              <a:gd name="connsiteY3" fmla="*/ 2344912 h 4042729"/>
              <a:gd name="connsiteX4" fmla="*/ 3909977 w 4992667"/>
              <a:gd name="connsiteY4" fmla="*/ 4042729 h 4042729"/>
              <a:gd name="connsiteX5" fmla="*/ 0 w 4992667"/>
              <a:gd name="connsiteY5" fmla="*/ 4005497 h 4042729"/>
              <a:gd name="connsiteX0" fmla="*/ 0 w 5015527"/>
              <a:gd name="connsiteY0" fmla="*/ 4045911 h 4045911"/>
              <a:gd name="connsiteX1" fmla="*/ 2651223 w 5015527"/>
              <a:gd name="connsiteY1" fmla="*/ 851 h 4045911"/>
              <a:gd name="connsiteX2" fmla="*/ 3526162 w 5015527"/>
              <a:gd name="connsiteY2" fmla="*/ 0 h 4045911"/>
              <a:gd name="connsiteX3" fmla="*/ 5015527 w 5015527"/>
              <a:gd name="connsiteY3" fmla="*/ 2344912 h 4045911"/>
              <a:gd name="connsiteX4" fmla="*/ 3932837 w 5015527"/>
              <a:gd name="connsiteY4" fmla="*/ 4042729 h 4045911"/>
              <a:gd name="connsiteX5" fmla="*/ 0 w 5015527"/>
              <a:gd name="connsiteY5" fmla="*/ 4045911 h 4045911"/>
              <a:gd name="connsiteX0" fmla="*/ 0 w 5015527"/>
              <a:gd name="connsiteY0" fmla="*/ 4045911 h 4047058"/>
              <a:gd name="connsiteX1" fmla="*/ 2651223 w 5015527"/>
              <a:gd name="connsiteY1" fmla="*/ 851 h 4047058"/>
              <a:gd name="connsiteX2" fmla="*/ 3526162 w 5015527"/>
              <a:gd name="connsiteY2" fmla="*/ 0 h 4047058"/>
              <a:gd name="connsiteX3" fmla="*/ 5015527 w 5015527"/>
              <a:gd name="connsiteY3" fmla="*/ 2344912 h 4047058"/>
              <a:gd name="connsiteX4" fmla="*/ 3930083 w 5015527"/>
              <a:gd name="connsiteY4" fmla="*/ 4047058 h 4047058"/>
              <a:gd name="connsiteX5" fmla="*/ 0 w 5015527"/>
              <a:gd name="connsiteY5" fmla="*/ 4045911 h 4047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15527" h="4047058">
                <a:moveTo>
                  <a:pt x="0" y="4045911"/>
                </a:moveTo>
                <a:lnTo>
                  <a:pt x="2651223" y="851"/>
                </a:lnTo>
                <a:lnTo>
                  <a:pt x="3526162" y="0"/>
                </a:lnTo>
                <a:lnTo>
                  <a:pt x="5015527" y="2344912"/>
                </a:lnTo>
                <a:lnTo>
                  <a:pt x="3930083" y="4047058"/>
                </a:lnTo>
                <a:lnTo>
                  <a:pt x="0" y="4045911"/>
                </a:lnTo>
                <a:close/>
              </a:path>
            </a:pathLst>
          </a:custGeo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576000" bIns="0" anchor="ctr" anchorCtr="0"/>
          <a:lstStyle>
            <a:lvl1pPr>
              <a:defRPr lang="en-GB" sz="1200" dirty="0"/>
            </a:lvl1pPr>
          </a:lstStyle>
          <a:p>
            <a:pPr lvl="0" algn="ctr"/>
            <a:r>
              <a:rPr lang="de-DE"/>
              <a:t>Bild durch Klicken auf Symbol hinzufügen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16171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folie Dank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"/>
          <p:cNvSpPr>
            <a:spLocks noGrp="1"/>
          </p:cNvSpPr>
          <p:nvPr userDrawn="1">
            <p:ph idx="1"/>
          </p:nvPr>
        </p:nvSpPr>
        <p:spPr>
          <a:xfrm>
            <a:off x="537088" y="2203886"/>
            <a:ext cx="8058370" cy="16184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ts val="1200"/>
              </a:lnSpc>
              <a:defRPr sz="1000"/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18" name="Titel 1">
            <a:extLst>
              <a:ext uri="{FF2B5EF4-FFF2-40B4-BE49-F238E27FC236}">
                <a16:creationId xmlns:a16="http://schemas.microsoft.com/office/drawing/2014/main" id="{8673C2C9-9E24-45D3-9F6E-00D1E769D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1217533"/>
            <a:ext cx="8064500" cy="779709"/>
          </a:xfrm>
          <a:prstGeom prst="rect">
            <a:avLst/>
          </a:prstGeom>
        </p:spPr>
        <p:txBody>
          <a:bodyPr lIns="0" tIns="0" rIns="0" bIns="0" anchor="t" anchorCtr="0"/>
          <a:lstStyle>
            <a:lvl1pPr>
              <a:lnSpc>
                <a:spcPts val="3100"/>
              </a:lnSpc>
              <a:defRPr sz="2800"/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6AC34E01-B86D-4E79-B903-69D57631908F}"/>
              </a:ext>
            </a:extLst>
          </p:cNvPr>
          <p:cNvGrpSpPr/>
          <p:nvPr userDrawn="1"/>
        </p:nvGrpSpPr>
        <p:grpSpPr>
          <a:xfrm>
            <a:off x="0" y="2608263"/>
            <a:ext cx="9144000" cy="2535237"/>
            <a:chOff x="0" y="2608263"/>
            <a:chExt cx="9144000" cy="2535237"/>
          </a:xfrm>
        </p:grpSpPr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4A70D063-63E3-43E9-943C-6A353929813F}"/>
                </a:ext>
              </a:extLst>
            </p:cNvPr>
            <p:cNvSpPr/>
            <p:nvPr userDrawn="1"/>
          </p:nvSpPr>
          <p:spPr>
            <a:xfrm>
              <a:off x="4991100" y="2608263"/>
              <a:ext cx="4152900" cy="2535237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0D4017EB-B2A5-4D7A-8CBD-CC6EF0BE4BD1}"/>
                </a:ext>
              </a:extLst>
            </p:cNvPr>
            <p:cNvSpPr/>
            <p:nvPr userDrawn="1"/>
          </p:nvSpPr>
          <p:spPr>
            <a:xfrm>
              <a:off x="0" y="2608263"/>
              <a:ext cx="4152900" cy="25352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" name="Parallelogramm 14">
              <a:extLst>
                <a:ext uri="{FF2B5EF4-FFF2-40B4-BE49-F238E27FC236}">
                  <a16:creationId xmlns:a16="http://schemas.microsoft.com/office/drawing/2014/main" id="{FBC19C50-14C1-468C-8A9D-02D7A3C2DF00}"/>
                </a:ext>
              </a:extLst>
            </p:cNvPr>
            <p:cNvSpPr/>
            <p:nvPr userDrawn="1"/>
          </p:nvSpPr>
          <p:spPr>
            <a:xfrm>
              <a:off x="1379887" y="2608263"/>
              <a:ext cx="5757861" cy="2535237"/>
            </a:xfrm>
            <a:prstGeom prst="parallelogram">
              <a:avLst>
                <a:gd name="adj" fmla="val 50527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" name="Parallelogramm 15">
              <a:extLst>
                <a:ext uri="{FF2B5EF4-FFF2-40B4-BE49-F238E27FC236}">
                  <a16:creationId xmlns:a16="http://schemas.microsoft.com/office/drawing/2014/main" id="{8318208A-96C9-4F6C-8572-61552609AB5C}"/>
                </a:ext>
              </a:extLst>
            </p:cNvPr>
            <p:cNvSpPr/>
            <p:nvPr userDrawn="1"/>
          </p:nvSpPr>
          <p:spPr>
            <a:xfrm flipH="1">
              <a:off x="2100964" y="2608263"/>
              <a:ext cx="5757861" cy="2535237"/>
            </a:xfrm>
            <a:prstGeom prst="parallelogram">
              <a:avLst>
                <a:gd name="adj" fmla="val 50527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1095239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2zeil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6"/>
          <p:cNvSpPr>
            <a:spLocks noGrp="1"/>
          </p:cNvSpPr>
          <p:nvPr userDrawn="1">
            <p:ph type="body" sz="quarter" idx="10"/>
          </p:nvPr>
        </p:nvSpPr>
        <p:spPr>
          <a:xfrm>
            <a:off x="539750" y="2168673"/>
            <a:ext cx="8064500" cy="33690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ts val="1700"/>
              </a:lnSpc>
              <a:buFontTx/>
              <a:buNone/>
              <a:defRPr sz="1400" b="0" i="0">
                <a:latin typeface="Arial" charset="0"/>
                <a:ea typeface="Arial" charset="0"/>
                <a:cs typeface="Arial" charset="0"/>
              </a:defRPr>
            </a:lvl1pPr>
            <a:lvl2pPr marL="4572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2pPr>
            <a:lvl3pPr marL="9144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3pPr>
            <a:lvl4pPr marL="13716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4pPr>
            <a:lvl5pPr marL="18288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9" name="Titel 1">
            <a:extLst>
              <a:ext uri="{FF2B5EF4-FFF2-40B4-BE49-F238E27FC236}">
                <a16:creationId xmlns:a16="http://schemas.microsoft.com/office/drawing/2014/main" id="{F43B2504-42AC-4E72-9113-E76B6A874D79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539750" y="1217533"/>
            <a:ext cx="8064500" cy="779709"/>
          </a:xfrm>
          <a:prstGeom prst="rect">
            <a:avLst/>
          </a:prstGeom>
        </p:spPr>
        <p:txBody>
          <a:bodyPr lIns="0" tIns="0" rIns="0" bIns="0" anchor="t" anchorCtr="0"/>
          <a:lstStyle>
            <a:lvl1pPr>
              <a:lnSpc>
                <a:spcPts val="3100"/>
              </a:lnSpc>
              <a:defRPr sz="2800"/>
            </a:lvl1pPr>
          </a:lstStyle>
          <a:p>
            <a:r>
              <a:rPr lang="de-DE" dirty="0"/>
              <a:t>Mastertitelformat bearbeiten</a:t>
            </a:r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242EF577-F4D3-4B0A-8077-9E06A3990DAD}"/>
              </a:ext>
            </a:extLst>
          </p:cNvPr>
          <p:cNvGrpSpPr/>
          <p:nvPr userDrawn="1"/>
        </p:nvGrpSpPr>
        <p:grpSpPr>
          <a:xfrm>
            <a:off x="0" y="2608263"/>
            <a:ext cx="9144000" cy="2535237"/>
            <a:chOff x="0" y="2608263"/>
            <a:chExt cx="9144000" cy="2535237"/>
          </a:xfrm>
        </p:grpSpPr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58DD5B98-E9F1-467E-8733-857DEE697479}"/>
                </a:ext>
              </a:extLst>
            </p:cNvPr>
            <p:cNvSpPr/>
            <p:nvPr userDrawn="1"/>
          </p:nvSpPr>
          <p:spPr>
            <a:xfrm>
              <a:off x="4991100" y="2608263"/>
              <a:ext cx="4152900" cy="2535237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3" name="Rechteck 22">
              <a:extLst>
                <a:ext uri="{FF2B5EF4-FFF2-40B4-BE49-F238E27FC236}">
                  <a16:creationId xmlns:a16="http://schemas.microsoft.com/office/drawing/2014/main" id="{BE8EEFA4-11A4-4408-B7D0-CBFCD64BF3DD}"/>
                </a:ext>
              </a:extLst>
            </p:cNvPr>
            <p:cNvSpPr/>
            <p:nvPr userDrawn="1"/>
          </p:nvSpPr>
          <p:spPr>
            <a:xfrm>
              <a:off x="0" y="2608263"/>
              <a:ext cx="4152900" cy="25352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4" name="Parallelogramm 23">
              <a:extLst>
                <a:ext uri="{FF2B5EF4-FFF2-40B4-BE49-F238E27FC236}">
                  <a16:creationId xmlns:a16="http://schemas.microsoft.com/office/drawing/2014/main" id="{74288184-4316-41CE-AE8A-B35FB0A42461}"/>
                </a:ext>
              </a:extLst>
            </p:cNvPr>
            <p:cNvSpPr/>
            <p:nvPr userDrawn="1"/>
          </p:nvSpPr>
          <p:spPr>
            <a:xfrm>
              <a:off x="1379887" y="2608263"/>
              <a:ext cx="5757861" cy="2535237"/>
            </a:xfrm>
            <a:prstGeom prst="parallelogram">
              <a:avLst>
                <a:gd name="adj" fmla="val 50527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5" name="Parallelogramm 24">
              <a:extLst>
                <a:ext uri="{FF2B5EF4-FFF2-40B4-BE49-F238E27FC236}">
                  <a16:creationId xmlns:a16="http://schemas.microsoft.com/office/drawing/2014/main" id="{9B6814A7-8785-4B4B-9EA9-014C323CDF89}"/>
                </a:ext>
              </a:extLst>
            </p:cNvPr>
            <p:cNvSpPr/>
            <p:nvPr userDrawn="1"/>
          </p:nvSpPr>
          <p:spPr>
            <a:xfrm flipH="1">
              <a:off x="2100964" y="2608263"/>
              <a:ext cx="5757861" cy="2535237"/>
            </a:xfrm>
            <a:prstGeom prst="parallelogram">
              <a:avLst>
                <a:gd name="adj" fmla="val 50527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2448217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2zeilig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775A22F8-0A71-4529-8960-FCF5CDDCF095}"/>
              </a:ext>
            </a:extLst>
          </p:cNvPr>
          <p:cNvGrpSpPr/>
          <p:nvPr userDrawn="1"/>
        </p:nvGrpSpPr>
        <p:grpSpPr>
          <a:xfrm>
            <a:off x="0" y="2608263"/>
            <a:ext cx="9144000" cy="2535237"/>
            <a:chOff x="0" y="2608263"/>
            <a:chExt cx="9144000" cy="2535237"/>
          </a:xfrm>
        </p:grpSpPr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48B6365F-95C1-4FE9-9C40-4374CEDB805D}"/>
                </a:ext>
              </a:extLst>
            </p:cNvPr>
            <p:cNvSpPr/>
            <p:nvPr userDrawn="1"/>
          </p:nvSpPr>
          <p:spPr>
            <a:xfrm>
              <a:off x="4991100" y="2608263"/>
              <a:ext cx="4152900" cy="2535237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FF607E98-A967-47E8-AC93-F4B736B27BAF}"/>
                </a:ext>
              </a:extLst>
            </p:cNvPr>
            <p:cNvSpPr/>
            <p:nvPr userDrawn="1"/>
          </p:nvSpPr>
          <p:spPr>
            <a:xfrm>
              <a:off x="0" y="2608263"/>
              <a:ext cx="4152900" cy="25352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" name="Parallelogramm 16">
              <a:extLst>
                <a:ext uri="{FF2B5EF4-FFF2-40B4-BE49-F238E27FC236}">
                  <a16:creationId xmlns:a16="http://schemas.microsoft.com/office/drawing/2014/main" id="{EFCC955A-26ED-4CAE-951B-FFB8DC18BD41}"/>
                </a:ext>
              </a:extLst>
            </p:cNvPr>
            <p:cNvSpPr/>
            <p:nvPr userDrawn="1"/>
          </p:nvSpPr>
          <p:spPr>
            <a:xfrm>
              <a:off x="1379887" y="2608263"/>
              <a:ext cx="5757861" cy="2535237"/>
            </a:xfrm>
            <a:prstGeom prst="parallelogram">
              <a:avLst>
                <a:gd name="adj" fmla="val 50527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" name="Parallelogramm 17">
              <a:extLst>
                <a:ext uri="{FF2B5EF4-FFF2-40B4-BE49-F238E27FC236}">
                  <a16:creationId xmlns:a16="http://schemas.microsoft.com/office/drawing/2014/main" id="{81749E14-C3B3-4DE6-8926-F38CC2F2EA68}"/>
                </a:ext>
              </a:extLst>
            </p:cNvPr>
            <p:cNvSpPr/>
            <p:nvPr userDrawn="1"/>
          </p:nvSpPr>
          <p:spPr>
            <a:xfrm flipH="1">
              <a:off x="2100964" y="2608263"/>
              <a:ext cx="5757861" cy="2535237"/>
            </a:xfrm>
            <a:prstGeom prst="parallelogram">
              <a:avLst>
                <a:gd name="adj" fmla="val 50527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2A1C568B-FA73-49E1-A515-1505C70ECEA9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539750" y="2168673"/>
            <a:ext cx="8064500" cy="33690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ts val="1700"/>
              </a:lnSpc>
              <a:buFontTx/>
              <a:buNone/>
              <a:defRPr sz="1400" b="0" i="0">
                <a:latin typeface="Arial" charset="0"/>
                <a:ea typeface="Arial" charset="0"/>
                <a:cs typeface="Arial" charset="0"/>
              </a:defRPr>
            </a:lvl1pPr>
            <a:lvl2pPr marL="4572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2pPr>
            <a:lvl3pPr marL="9144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3pPr>
            <a:lvl4pPr marL="13716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4pPr>
            <a:lvl5pPr marL="18288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FCC36FAF-C76C-4C6E-9CB9-6120C2A3E4B2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539750" y="1217533"/>
            <a:ext cx="8064500" cy="779709"/>
          </a:xfrm>
          <a:prstGeom prst="rect">
            <a:avLst/>
          </a:prstGeom>
        </p:spPr>
        <p:txBody>
          <a:bodyPr lIns="0" tIns="0" rIns="0" bIns="0" anchor="t" anchorCtr="0"/>
          <a:lstStyle>
            <a:lvl1pPr>
              <a:lnSpc>
                <a:spcPts val="3100"/>
              </a:lnSpc>
              <a:defRPr sz="28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5" name="Bildplatzhalter 2">
            <a:extLst>
              <a:ext uri="{FF2B5EF4-FFF2-40B4-BE49-F238E27FC236}">
                <a16:creationId xmlns:a16="http://schemas.microsoft.com/office/drawing/2014/main" id="{8C1736A2-7D21-473D-BD43-3BD952F9428E}"/>
              </a:ext>
            </a:extLst>
          </p:cNvPr>
          <p:cNvSpPr>
            <a:spLocks noGrp="1"/>
          </p:cNvSpPr>
          <p:nvPr userDrawn="1">
            <p:ph type="pic" sz="quarter" idx="11"/>
          </p:nvPr>
        </p:nvSpPr>
        <p:spPr>
          <a:xfrm>
            <a:off x="2097258" y="2606487"/>
            <a:ext cx="5767307" cy="2538361"/>
          </a:xfrm>
          <a:custGeom>
            <a:avLst/>
            <a:gdLst>
              <a:gd name="connsiteX0" fmla="*/ 0 w 3510116"/>
              <a:gd name="connsiteY0" fmla="*/ 3797401 h 3797401"/>
              <a:gd name="connsiteX1" fmla="*/ 877529 w 3510116"/>
              <a:gd name="connsiteY1" fmla="*/ 0 h 3797401"/>
              <a:gd name="connsiteX2" fmla="*/ 3510116 w 3510116"/>
              <a:gd name="connsiteY2" fmla="*/ 0 h 3797401"/>
              <a:gd name="connsiteX3" fmla="*/ 2632587 w 3510116"/>
              <a:gd name="connsiteY3" fmla="*/ 3797401 h 3797401"/>
              <a:gd name="connsiteX4" fmla="*/ 0 w 3510116"/>
              <a:gd name="connsiteY4" fmla="*/ 3797401 h 3797401"/>
              <a:gd name="connsiteX0" fmla="*/ 0 w 4542503"/>
              <a:gd name="connsiteY0" fmla="*/ 3797401 h 3797401"/>
              <a:gd name="connsiteX1" fmla="*/ 877529 w 4542503"/>
              <a:gd name="connsiteY1" fmla="*/ 0 h 3797401"/>
              <a:gd name="connsiteX2" fmla="*/ 4542503 w 4542503"/>
              <a:gd name="connsiteY2" fmla="*/ 7375 h 3797401"/>
              <a:gd name="connsiteX3" fmla="*/ 2632587 w 4542503"/>
              <a:gd name="connsiteY3" fmla="*/ 3797401 h 3797401"/>
              <a:gd name="connsiteX4" fmla="*/ 0 w 4542503"/>
              <a:gd name="connsiteY4" fmla="*/ 3797401 h 3797401"/>
              <a:gd name="connsiteX0" fmla="*/ 0 w 5759245"/>
              <a:gd name="connsiteY0" fmla="*/ 3790027 h 3797401"/>
              <a:gd name="connsiteX1" fmla="*/ 2094271 w 5759245"/>
              <a:gd name="connsiteY1" fmla="*/ 0 h 3797401"/>
              <a:gd name="connsiteX2" fmla="*/ 5759245 w 5759245"/>
              <a:gd name="connsiteY2" fmla="*/ 7375 h 3797401"/>
              <a:gd name="connsiteX3" fmla="*/ 3849329 w 5759245"/>
              <a:gd name="connsiteY3" fmla="*/ 3797401 h 3797401"/>
              <a:gd name="connsiteX4" fmla="*/ 0 w 5759245"/>
              <a:gd name="connsiteY4" fmla="*/ 3790027 h 3797401"/>
              <a:gd name="connsiteX0" fmla="*/ 0 w 5759245"/>
              <a:gd name="connsiteY0" fmla="*/ 3794790 h 3802164"/>
              <a:gd name="connsiteX1" fmla="*/ 1929964 w 5759245"/>
              <a:gd name="connsiteY1" fmla="*/ 0 h 3802164"/>
              <a:gd name="connsiteX2" fmla="*/ 5759245 w 5759245"/>
              <a:gd name="connsiteY2" fmla="*/ 12138 h 3802164"/>
              <a:gd name="connsiteX3" fmla="*/ 3849329 w 5759245"/>
              <a:gd name="connsiteY3" fmla="*/ 3802164 h 3802164"/>
              <a:gd name="connsiteX4" fmla="*/ 0 w 5759245"/>
              <a:gd name="connsiteY4" fmla="*/ 3794790 h 3802164"/>
              <a:gd name="connsiteX0" fmla="*/ 0 w 5768770"/>
              <a:gd name="connsiteY0" fmla="*/ 3794790 h 3802164"/>
              <a:gd name="connsiteX1" fmla="*/ 1929964 w 5768770"/>
              <a:gd name="connsiteY1" fmla="*/ 0 h 3802164"/>
              <a:gd name="connsiteX2" fmla="*/ 5768770 w 5768770"/>
              <a:gd name="connsiteY2" fmla="*/ 231 h 3802164"/>
              <a:gd name="connsiteX3" fmla="*/ 3849329 w 5768770"/>
              <a:gd name="connsiteY3" fmla="*/ 3802164 h 3802164"/>
              <a:gd name="connsiteX4" fmla="*/ 0 w 5768770"/>
              <a:gd name="connsiteY4" fmla="*/ 3794790 h 3802164"/>
              <a:gd name="connsiteX0" fmla="*/ 0 w 5768770"/>
              <a:gd name="connsiteY0" fmla="*/ 3794790 h 3794790"/>
              <a:gd name="connsiteX1" fmla="*/ 1929964 w 5768770"/>
              <a:gd name="connsiteY1" fmla="*/ 0 h 3794790"/>
              <a:gd name="connsiteX2" fmla="*/ 5768770 w 5768770"/>
              <a:gd name="connsiteY2" fmla="*/ 231 h 3794790"/>
              <a:gd name="connsiteX3" fmla="*/ 3792179 w 5768770"/>
              <a:gd name="connsiteY3" fmla="*/ 3695008 h 3794790"/>
              <a:gd name="connsiteX4" fmla="*/ 0 w 5768770"/>
              <a:gd name="connsiteY4" fmla="*/ 3794790 h 3794790"/>
              <a:gd name="connsiteX0" fmla="*/ 0 w 5768770"/>
              <a:gd name="connsiteY0" fmla="*/ 3794790 h 3804546"/>
              <a:gd name="connsiteX1" fmla="*/ 1929964 w 5768770"/>
              <a:gd name="connsiteY1" fmla="*/ 0 h 3804546"/>
              <a:gd name="connsiteX2" fmla="*/ 5768770 w 5768770"/>
              <a:gd name="connsiteY2" fmla="*/ 231 h 3804546"/>
              <a:gd name="connsiteX3" fmla="*/ 3842185 w 5768770"/>
              <a:gd name="connsiteY3" fmla="*/ 3804546 h 3804546"/>
              <a:gd name="connsiteX4" fmla="*/ 0 w 5768770"/>
              <a:gd name="connsiteY4" fmla="*/ 3794790 h 3804546"/>
              <a:gd name="connsiteX0" fmla="*/ 0 w 5511595"/>
              <a:gd name="connsiteY0" fmla="*/ 3656678 h 3804546"/>
              <a:gd name="connsiteX1" fmla="*/ 1672789 w 5511595"/>
              <a:gd name="connsiteY1" fmla="*/ 0 h 3804546"/>
              <a:gd name="connsiteX2" fmla="*/ 5511595 w 5511595"/>
              <a:gd name="connsiteY2" fmla="*/ 231 h 3804546"/>
              <a:gd name="connsiteX3" fmla="*/ 3585010 w 5511595"/>
              <a:gd name="connsiteY3" fmla="*/ 3804546 h 3804546"/>
              <a:gd name="connsiteX4" fmla="*/ 0 w 5511595"/>
              <a:gd name="connsiteY4" fmla="*/ 3656678 h 3804546"/>
              <a:gd name="connsiteX0" fmla="*/ 0 w 5761626"/>
              <a:gd name="connsiteY0" fmla="*/ 3804315 h 3804546"/>
              <a:gd name="connsiteX1" fmla="*/ 1922820 w 5761626"/>
              <a:gd name="connsiteY1" fmla="*/ 0 h 3804546"/>
              <a:gd name="connsiteX2" fmla="*/ 5761626 w 5761626"/>
              <a:gd name="connsiteY2" fmla="*/ 231 h 3804546"/>
              <a:gd name="connsiteX3" fmla="*/ 3835041 w 5761626"/>
              <a:gd name="connsiteY3" fmla="*/ 3804546 h 3804546"/>
              <a:gd name="connsiteX4" fmla="*/ 0 w 5761626"/>
              <a:gd name="connsiteY4" fmla="*/ 3804315 h 3804546"/>
              <a:gd name="connsiteX0" fmla="*/ 0 w 5761626"/>
              <a:gd name="connsiteY0" fmla="*/ 3813811 h 3814042"/>
              <a:gd name="connsiteX1" fmla="*/ 1217596 w 5761626"/>
              <a:gd name="connsiteY1" fmla="*/ 0 h 3814042"/>
              <a:gd name="connsiteX2" fmla="*/ 5761626 w 5761626"/>
              <a:gd name="connsiteY2" fmla="*/ 9727 h 3814042"/>
              <a:gd name="connsiteX3" fmla="*/ 3835041 w 5761626"/>
              <a:gd name="connsiteY3" fmla="*/ 3814042 h 3814042"/>
              <a:gd name="connsiteX4" fmla="*/ 0 w 5761626"/>
              <a:gd name="connsiteY4" fmla="*/ 3813811 h 3814042"/>
              <a:gd name="connsiteX0" fmla="*/ 0 w 4153955"/>
              <a:gd name="connsiteY0" fmla="*/ 3813811 h 3814042"/>
              <a:gd name="connsiteX1" fmla="*/ 1217596 w 4153955"/>
              <a:gd name="connsiteY1" fmla="*/ 0 h 3814042"/>
              <a:gd name="connsiteX2" fmla="*/ 4153955 w 4153955"/>
              <a:gd name="connsiteY2" fmla="*/ 28721 h 3814042"/>
              <a:gd name="connsiteX3" fmla="*/ 3835041 w 4153955"/>
              <a:gd name="connsiteY3" fmla="*/ 3814042 h 3814042"/>
              <a:gd name="connsiteX4" fmla="*/ 0 w 4153955"/>
              <a:gd name="connsiteY4" fmla="*/ 3813811 h 3814042"/>
              <a:gd name="connsiteX0" fmla="*/ 0 w 5056403"/>
              <a:gd name="connsiteY0" fmla="*/ 3813811 h 3814042"/>
              <a:gd name="connsiteX1" fmla="*/ 1217596 w 5056403"/>
              <a:gd name="connsiteY1" fmla="*/ 0 h 3814042"/>
              <a:gd name="connsiteX2" fmla="*/ 5056403 w 5056403"/>
              <a:gd name="connsiteY2" fmla="*/ 230 h 3814042"/>
              <a:gd name="connsiteX3" fmla="*/ 3835041 w 5056403"/>
              <a:gd name="connsiteY3" fmla="*/ 3814042 h 3814042"/>
              <a:gd name="connsiteX4" fmla="*/ 0 w 5056403"/>
              <a:gd name="connsiteY4" fmla="*/ 3813811 h 3814042"/>
              <a:gd name="connsiteX0" fmla="*/ 0 w 5058901"/>
              <a:gd name="connsiteY0" fmla="*/ 3813811 h 3814042"/>
              <a:gd name="connsiteX1" fmla="*/ 1217596 w 5058901"/>
              <a:gd name="connsiteY1" fmla="*/ 0 h 3814042"/>
              <a:gd name="connsiteX2" fmla="*/ 5058901 w 5058901"/>
              <a:gd name="connsiteY2" fmla="*/ 12141 h 3814042"/>
              <a:gd name="connsiteX3" fmla="*/ 3835041 w 5058901"/>
              <a:gd name="connsiteY3" fmla="*/ 3814042 h 3814042"/>
              <a:gd name="connsiteX4" fmla="*/ 0 w 5058901"/>
              <a:gd name="connsiteY4" fmla="*/ 3813811 h 3814042"/>
              <a:gd name="connsiteX0" fmla="*/ 0 w 5058901"/>
              <a:gd name="connsiteY0" fmla="*/ 3809840 h 3810071"/>
              <a:gd name="connsiteX1" fmla="*/ 1215098 w 5058901"/>
              <a:gd name="connsiteY1" fmla="*/ 0 h 3810071"/>
              <a:gd name="connsiteX2" fmla="*/ 5058901 w 5058901"/>
              <a:gd name="connsiteY2" fmla="*/ 8170 h 3810071"/>
              <a:gd name="connsiteX3" fmla="*/ 3835041 w 5058901"/>
              <a:gd name="connsiteY3" fmla="*/ 3810071 h 3810071"/>
              <a:gd name="connsiteX4" fmla="*/ 0 w 5058901"/>
              <a:gd name="connsiteY4" fmla="*/ 3809840 h 3810071"/>
              <a:gd name="connsiteX0" fmla="*/ 0 w 5058901"/>
              <a:gd name="connsiteY0" fmla="*/ 3801899 h 3802130"/>
              <a:gd name="connsiteX1" fmla="*/ 1215098 w 5058901"/>
              <a:gd name="connsiteY1" fmla="*/ 0 h 3802130"/>
              <a:gd name="connsiteX2" fmla="*/ 5058901 w 5058901"/>
              <a:gd name="connsiteY2" fmla="*/ 229 h 3802130"/>
              <a:gd name="connsiteX3" fmla="*/ 3835041 w 5058901"/>
              <a:gd name="connsiteY3" fmla="*/ 3802130 h 3802130"/>
              <a:gd name="connsiteX4" fmla="*/ 0 w 5058901"/>
              <a:gd name="connsiteY4" fmla="*/ 3801899 h 3802130"/>
              <a:gd name="connsiteX0" fmla="*/ 0 w 5051406"/>
              <a:gd name="connsiteY0" fmla="*/ 3801899 h 3802130"/>
              <a:gd name="connsiteX1" fmla="*/ 1215098 w 5051406"/>
              <a:gd name="connsiteY1" fmla="*/ 0 h 3802130"/>
              <a:gd name="connsiteX2" fmla="*/ 5051406 w 5051406"/>
              <a:gd name="connsiteY2" fmla="*/ 229 h 3802130"/>
              <a:gd name="connsiteX3" fmla="*/ 3835041 w 5051406"/>
              <a:gd name="connsiteY3" fmla="*/ 3802130 h 3802130"/>
              <a:gd name="connsiteX4" fmla="*/ 0 w 5051406"/>
              <a:gd name="connsiteY4" fmla="*/ 3801899 h 3802130"/>
              <a:gd name="connsiteX0" fmla="*/ 0 w 5051406"/>
              <a:gd name="connsiteY0" fmla="*/ 4028058 h 4028289"/>
              <a:gd name="connsiteX1" fmla="*/ 1279142 w 5051406"/>
              <a:gd name="connsiteY1" fmla="*/ 0 h 4028289"/>
              <a:gd name="connsiteX2" fmla="*/ 5051406 w 5051406"/>
              <a:gd name="connsiteY2" fmla="*/ 226388 h 4028289"/>
              <a:gd name="connsiteX3" fmla="*/ 3835041 w 5051406"/>
              <a:gd name="connsiteY3" fmla="*/ 4028289 h 4028289"/>
              <a:gd name="connsiteX4" fmla="*/ 0 w 5051406"/>
              <a:gd name="connsiteY4" fmla="*/ 4028058 h 4028289"/>
              <a:gd name="connsiteX0" fmla="*/ 0 w 5051406"/>
              <a:gd name="connsiteY0" fmla="*/ 4028058 h 4028059"/>
              <a:gd name="connsiteX1" fmla="*/ 1279142 w 5051406"/>
              <a:gd name="connsiteY1" fmla="*/ 0 h 4028059"/>
              <a:gd name="connsiteX2" fmla="*/ 5051406 w 5051406"/>
              <a:gd name="connsiteY2" fmla="*/ 226388 h 4028059"/>
              <a:gd name="connsiteX3" fmla="*/ 3539729 w 5051406"/>
              <a:gd name="connsiteY3" fmla="*/ 3632510 h 4028059"/>
              <a:gd name="connsiteX4" fmla="*/ 0 w 5051406"/>
              <a:gd name="connsiteY4" fmla="*/ 4028058 h 4028059"/>
              <a:gd name="connsiteX0" fmla="*/ 0 w 5051406"/>
              <a:gd name="connsiteY0" fmla="*/ 4028058 h 4028057"/>
              <a:gd name="connsiteX1" fmla="*/ 1279142 w 5051406"/>
              <a:gd name="connsiteY1" fmla="*/ 0 h 4028057"/>
              <a:gd name="connsiteX2" fmla="*/ 5051406 w 5051406"/>
              <a:gd name="connsiteY2" fmla="*/ 226388 h 4028057"/>
              <a:gd name="connsiteX3" fmla="*/ 3763882 w 5051406"/>
              <a:gd name="connsiteY3" fmla="*/ 4022635 h 4028057"/>
              <a:gd name="connsiteX4" fmla="*/ 0 w 5051406"/>
              <a:gd name="connsiteY4" fmla="*/ 4028058 h 4028057"/>
              <a:gd name="connsiteX0" fmla="*/ 0 w 5054964"/>
              <a:gd name="connsiteY0" fmla="*/ 4039137 h 4039138"/>
              <a:gd name="connsiteX1" fmla="*/ 1279142 w 5054964"/>
              <a:gd name="connsiteY1" fmla="*/ 11079 h 4039138"/>
              <a:gd name="connsiteX2" fmla="*/ 5054964 w 5054964"/>
              <a:gd name="connsiteY2" fmla="*/ 0 h 4039138"/>
              <a:gd name="connsiteX3" fmla="*/ 3763882 w 5054964"/>
              <a:gd name="connsiteY3" fmla="*/ 4033714 h 4039138"/>
              <a:gd name="connsiteX4" fmla="*/ 0 w 5054964"/>
              <a:gd name="connsiteY4" fmla="*/ 4039137 h 4039138"/>
              <a:gd name="connsiteX0" fmla="*/ 0 w 5054964"/>
              <a:gd name="connsiteY0" fmla="*/ 4039366 h 4039365"/>
              <a:gd name="connsiteX1" fmla="*/ 1453483 w 5054964"/>
              <a:gd name="connsiteY1" fmla="*/ 0 h 4039365"/>
              <a:gd name="connsiteX2" fmla="*/ 5054964 w 5054964"/>
              <a:gd name="connsiteY2" fmla="*/ 229 h 4039365"/>
              <a:gd name="connsiteX3" fmla="*/ 3763882 w 5054964"/>
              <a:gd name="connsiteY3" fmla="*/ 4033943 h 4039365"/>
              <a:gd name="connsiteX4" fmla="*/ 0 w 5054964"/>
              <a:gd name="connsiteY4" fmla="*/ 4039366 h 4039365"/>
              <a:gd name="connsiteX0" fmla="*/ 0 w 5054964"/>
              <a:gd name="connsiteY0" fmla="*/ 4039137 h 4039138"/>
              <a:gd name="connsiteX1" fmla="*/ 1282700 w 5054964"/>
              <a:gd name="connsiteY1" fmla="*/ 5425 h 4039138"/>
              <a:gd name="connsiteX2" fmla="*/ 5054964 w 5054964"/>
              <a:gd name="connsiteY2" fmla="*/ 0 h 4039138"/>
              <a:gd name="connsiteX3" fmla="*/ 3763882 w 5054964"/>
              <a:gd name="connsiteY3" fmla="*/ 4033714 h 4039138"/>
              <a:gd name="connsiteX4" fmla="*/ 0 w 5054964"/>
              <a:gd name="connsiteY4" fmla="*/ 4039137 h 4039138"/>
              <a:gd name="connsiteX0" fmla="*/ 0 w 4895420"/>
              <a:gd name="connsiteY0" fmla="*/ 3891558 h 4033714"/>
              <a:gd name="connsiteX1" fmla="*/ 1123156 w 4895420"/>
              <a:gd name="connsiteY1" fmla="*/ 5425 h 4033714"/>
              <a:gd name="connsiteX2" fmla="*/ 4895420 w 4895420"/>
              <a:gd name="connsiteY2" fmla="*/ 0 h 4033714"/>
              <a:gd name="connsiteX3" fmla="*/ 3604338 w 4895420"/>
              <a:gd name="connsiteY3" fmla="*/ 4033714 h 4033714"/>
              <a:gd name="connsiteX4" fmla="*/ 0 w 4895420"/>
              <a:gd name="connsiteY4" fmla="*/ 3891558 h 4033714"/>
              <a:gd name="connsiteX0" fmla="*/ 0 w 5059726"/>
              <a:gd name="connsiteY0" fmla="*/ 4039136 h 4039136"/>
              <a:gd name="connsiteX1" fmla="*/ 1287462 w 5059726"/>
              <a:gd name="connsiteY1" fmla="*/ 5425 h 4039136"/>
              <a:gd name="connsiteX2" fmla="*/ 5059726 w 5059726"/>
              <a:gd name="connsiteY2" fmla="*/ 0 h 4039136"/>
              <a:gd name="connsiteX3" fmla="*/ 3768644 w 5059726"/>
              <a:gd name="connsiteY3" fmla="*/ 4033714 h 4039136"/>
              <a:gd name="connsiteX4" fmla="*/ 0 w 5059726"/>
              <a:gd name="connsiteY4" fmla="*/ 4039136 h 4039136"/>
              <a:gd name="connsiteX0" fmla="*/ 0 w 5059726"/>
              <a:gd name="connsiteY0" fmla="*/ 4039136 h 4039136"/>
              <a:gd name="connsiteX1" fmla="*/ 1287462 w 5059726"/>
              <a:gd name="connsiteY1" fmla="*/ 5425 h 4039136"/>
              <a:gd name="connsiteX2" fmla="*/ 5059726 w 5059726"/>
              <a:gd name="connsiteY2" fmla="*/ 0 h 4039136"/>
              <a:gd name="connsiteX3" fmla="*/ 3394788 w 5059726"/>
              <a:gd name="connsiteY3" fmla="*/ 3848296 h 4039136"/>
              <a:gd name="connsiteX4" fmla="*/ 0 w 5059726"/>
              <a:gd name="connsiteY4" fmla="*/ 4039136 h 4039136"/>
              <a:gd name="connsiteX0" fmla="*/ 0 w 5059726"/>
              <a:gd name="connsiteY0" fmla="*/ 4039136 h 4041281"/>
              <a:gd name="connsiteX1" fmla="*/ 1287462 w 5059726"/>
              <a:gd name="connsiteY1" fmla="*/ 5425 h 4041281"/>
              <a:gd name="connsiteX2" fmla="*/ 5059726 w 5059726"/>
              <a:gd name="connsiteY2" fmla="*/ 0 h 4041281"/>
              <a:gd name="connsiteX3" fmla="*/ 4485401 w 5059726"/>
              <a:gd name="connsiteY3" fmla="*/ 4041281 h 4041281"/>
              <a:gd name="connsiteX4" fmla="*/ 0 w 5059726"/>
              <a:gd name="connsiteY4" fmla="*/ 4039136 h 4041281"/>
              <a:gd name="connsiteX0" fmla="*/ 1277144 w 6336870"/>
              <a:gd name="connsiteY0" fmla="*/ 4039136 h 4041281"/>
              <a:gd name="connsiteX1" fmla="*/ 0 w 6336870"/>
              <a:gd name="connsiteY1" fmla="*/ 12994 h 4041281"/>
              <a:gd name="connsiteX2" fmla="*/ 6336870 w 6336870"/>
              <a:gd name="connsiteY2" fmla="*/ 0 h 4041281"/>
              <a:gd name="connsiteX3" fmla="*/ 5762545 w 6336870"/>
              <a:gd name="connsiteY3" fmla="*/ 4041281 h 4041281"/>
              <a:gd name="connsiteX4" fmla="*/ 1277144 w 6336870"/>
              <a:gd name="connsiteY4" fmla="*/ 4039136 h 4041281"/>
              <a:gd name="connsiteX0" fmla="*/ 1179512 w 6239238"/>
              <a:gd name="connsiteY0" fmla="*/ 4039136 h 4041281"/>
              <a:gd name="connsiteX1" fmla="*/ 0 w 6239238"/>
              <a:gd name="connsiteY1" fmla="*/ 65972 h 4041281"/>
              <a:gd name="connsiteX2" fmla="*/ 6239238 w 6239238"/>
              <a:gd name="connsiteY2" fmla="*/ 0 h 4041281"/>
              <a:gd name="connsiteX3" fmla="*/ 5664913 w 6239238"/>
              <a:gd name="connsiteY3" fmla="*/ 4041281 h 4041281"/>
              <a:gd name="connsiteX4" fmla="*/ 1179512 w 6239238"/>
              <a:gd name="connsiteY4" fmla="*/ 4039136 h 4041281"/>
              <a:gd name="connsiteX0" fmla="*/ 1179512 w 5664913"/>
              <a:gd name="connsiteY0" fmla="*/ 3973164 h 3975309"/>
              <a:gd name="connsiteX1" fmla="*/ 0 w 5664913"/>
              <a:gd name="connsiteY1" fmla="*/ 0 h 3975309"/>
              <a:gd name="connsiteX2" fmla="*/ 4543788 w 5664913"/>
              <a:gd name="connsiteY2" fmla="*/ 210263 h 3975309"/>
              <a:gd name="connsiteX3" fmla="*/ 5664913 w 5664913"/>
              <a:gd name="connsiteY3" fmla="*/ 3975309 h 3975309"/>
              <a:gd name="connsiteX4" fmla="*/ 1179512 w 5664913"/>
              <a:gd name="connsiteY4" fmla="*/ 3973164 h 3975309"/>
              <a:gd name="connsiteX0" fmla="*/ 1179512 w 5664913"/>
              <a:gd name="connsiteY0" fmla="*/ 3973164 h 3975309"/>
              <a:gd name="connsiteX1" fmla="*/ 0 w 5664913"/>
              <a:gd name="connsiteY1" fmla="*/ 0 h 3975309"/>
              <a:gd name="connsiteX2" fmla="*/ 4279469 w 5664913"/>
              <a:gd name="connsiteY2" fmla="*/ 28629 h 3975309"/>
              <a:gd name="connsiteX3" fmla="*/ 5664913 w 5664913"/>
              <a:gd name="connsiteY3" fmla="*/ 3975309 h 3975309"/>
              <a:gd name="connsiteX4" fmla="*/ 1179512 w 5664913"/>
              <a:gd name="connsiteY4" fmla="*/ 3973164 h 3975309"/>
              <a:gd name="connsiteX0" fmla="*/ 1179512 w 5664913"/>
              <a:gd name="connsiteY0" fmla="*/ 4031568 h 4033713"/>
              <a:gd name="connsiteX1" fmla="*/ 0 w 5664913"/>
              <a:gd name="connsiteY1" fmla="*/ 58404 h 4033713"/>
              <a:gd name="connsiteX2" fmla="*/ 4379481 w 5664913"/>
              <a:gd name="connsiteY2" fmla="*/ 0 h 4033713"/>
              <a:gd name="connsiteX3" fmla="*/ 5664913 w 5664913"/>
              <a:gd name="connsiteY3" fmla="*/ 4033713 h 4033713"/>
              <a:gd name="connsiteX4" fmla="*/ 1179512 w 5664913"/>
              <a:gd name="connsiteY4" fmla="*/ 4031568 h 4033713"/>
              <a:gd name="connsiteX0" fmla="*/ 1281906 w 5767307"/>
              <a:gd name="connsiteY0" fmla="*/ 4031568 h 4033713"/>
              <a:gd name="connsiteX1" fmla="*/ 0 w 5767307"/>
              <a:gd name="connsiteY1" fmla="*/ 1643 h 4033713"/>
              <a:gd name="connsiteX2" fmla="*/ 4481875 w 5767307"/>
              <a:gd name="connsiteY2" fmla="*/ 0 h 4033713"/>
              <a:gd name="connsiteX3" fmla="*/ 5767307 w 5767307"/>
              <a:gd name="connsiteY3" fmla="*/ 4033713 h 4033713"/>
              <a:gd name="connsiteX4" fmla="*/ 1281906 w 5767307"/>
              <a:gd name="connsiteY4" fmla="*/ 4031568 h 4033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7307" h="4033713">
                <a:moveTo>
                  <a:pt x="1281906" y="4031568"/>
                </a:moveTo>
                <a:lnTo>
                  <a:pt x="0" y="1643"/>
                </a:lnTo>
                <a:lnTo>
                  <a:pt x="4481875" y="0"/>
                </a:lnTo>
                <a:lnTo>
                  <a:pt x="5767307" y="4033713"/>
                </a:lnTo>
                <a:lnTo>
                  <a:pt x="1281906" y="4031568"/>
                </a:lnTo>
                <a:close/>
              </a:path>
            </a:pathLst>
          </a:custGeo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576000" bIns="0" anchor="ctr" anchorCtr="0"/>
          <a:lstStyle>
            <a:lvl1pPr algn="ctr">
              <a:defRPr lang="en-GB" sz="1200" dirty="0"/>
            </a:lvl1pPr>
          </a:lstStyle>
          <a:p>
            <a:pPr lvl="0"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240237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itelfolie 2zeil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6"/>
          <p:cNvSpPr>
            <a:spLocks noGrp="1"/>
          </p:cNvSpPr>
          <p:nvPr userDrawn="1">
            <p:ph type="body" sz="quarter" idx="10"/>
          </p:nvPr>
        </p:nvSpPr>
        <p:spPr>
          <a:xfrm>
            <a:off x="539750" y="2168673"/>
            <a:ext cx="5695950" cy="33690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ts val="1700"/>
              </a:lnSpc>
              <a:buFontTx/>
              <a:buNone/>
              <a:defRPr sz="1400" b="0" i="0">
                <a:latin typeface="Arial" charset="0"/>
                <a:ea typeface="Arial" charset="0"/>
                <a:cs typeface="Arial" charset="0"/>
              </a:defRPr>
            </a:lvl1pPr>
            <a:lvl2pPr marL="4572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2pPr>
            <a:lvl3pPr marL="9144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3pPr>
            <a:lvl4pPr marL="13716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4pPr>
            <a:lvl5pPr marL="18288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9" name="Titel 1">
            <a:extLst>
              <a:ext uri="{FF2B5EF4-FFF2-40B4-BE49-F238E27FC236}">
                <a16:creationId xmlns:a16="http://schemas.microsoft.com/office/drawing/2014/main" id="{F43B2504-42AC-4E72-9113-E76B6A874D79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539750" y="1217533"/>
            <a:ext cx="5695950" cy="779709"/>
          </a:xfrm>
          <a:prstGeom prst="rect">
            <a:avLst/>
          </a:prstGeom>
        </p:spPr>
        <p:txBody>
          <a:bodyPr lIns="0" tIns="0" rIns="0" bIns="0" anchor="t" anchorCtr="0"/>
          <a:lstStyle>
            <a:lvl1pPr>
              <a:lnSpc>
                <a:spcPts val="3100"/>
              </a:lnSpc>
              <a:defRPr sz="2800"/>
            </a:lvl1pPr>
          </a:lstStyle>
          <a:p>
            <a:r>
              <a:rPr lang="de-DE" dirty="0"/>
              <a:t>Mastertitelformat bearbeiten</a:t>
            </a:r>
          </a:p>
        </p:txBody>
      </p: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20CF085D-7739-4B2B-ADA0-3EA7F2236B6C}"/>
              </a:ext>
            </a:extLst>
          </p:cNvPr>
          <p:cNvGrpSpPr/>
          <p:nvPr userDrawn="1"/>
        </p:nvGrpSpPr>
        <p:grpSpPr>
          <a:xfrm>
            <a:off x="6235700" y="-6351"/>
            <a:ext cx="2917825" cy="5152656"/>
            <a:chOff x="6235700" y="-6351"/>
            <a:chExt cx="2917825" cy="515265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DC09BA77-CA7A-430D-8338-3F5B0F6CB2F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642100" y="2207842"/>
              <a:ext cx="2511425" cy="2938463"/>
            </a:xfrm>
            <a:custGeom>
              <a:avLst/>
              <a:gdLst>
                <a:gd name="T0" fmla="*/ 0 w 3866"/>
                <a:gd name="T1" fmla="*/ 4527 h 4527"/>
                <a:gd name="T2" fmla="*/ 0 w 3866"/>
                <a:gd name="T3" fmla="*/ 4527 h 4527"/>
                <a:gd name="T4" fmla="*/ 2264 w 3866"/>
                <a:gd name="T5" fmla="*/ 0 h 4527"/>
                <a:gd name="T6" fmla="*/ 3866 w 3866"/>
                <a:gd name="T7" fmla="*/ 0 h 4527"/>
                <a:gd name="T8" fmla="*/ 3866 w 3866"/>
                <a:gd name="T9" fmla="*/ 4527 h 4527"/>
                <a:gd name="T10" fmla="*/ 0 w 3866"/>
                <a:gd name="T11" fmla="*/ 4527 h 45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66" h="4527">
                  <a:moveTo>
                    <a:pt x="0" y="4527"/>
                  </a:moveTo>
                  <a:lnTo>
                    <a:pt x="0" y="4527"/>
                  </a:lnTo>
                  <a:lnTo>
                    <a:pt x="2264" y="0"/>
                  </a:lnTo>
                  <a:lnTo>
                    <a:pt x="3866" y="0"/>
                  </a:lnTo>
                  <a:lnTo>
                    <a:pt x="3866" y="4527"/>
                  </a:lnTo>
                  <a:lnTo>
                    <a:pt x="0" y="4527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 dirty="0"/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5BC4CC3B-A641-457E-A176-66B0CDF628A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35700" y="-6351"/>
              <a:ext cx="2917825" cy="5152656"/>
            </a:xfrm>
            <a:custGeom>
              <a:avLst/>
              <a:gdLst>
                <a:gd name="T0" fmla="*/ 4491 w 4491"/>
                <a:gd name="T1" fmla="*/ 7936 h 7936"/>
                <a:gd name="T2" fmla="*/ 4491 w 4491"/>
                <a:gd name="T3" fmla="*/ 7936 h 7936"/>
                <a:gd name="T4" fmla="*/ 4491 w 4491"/>
                <a:gd name="T5" fmla="*/ 0 h 7936"/>
                <a:gd name="T6" fmla="*/ 0 w 4491"/>
                <a:gd name="T7" fmla="*/ 0 h 7936"/>
                <a:gd name="T8" fmla="*/ 3966 w 4491"/>
                <a:gd name="T9" fmla="*/ 7936 h 7936"/>
                <a:gd name="T10" fmla="*/ 4491 w 4491"/>
                <a:gd name="T11" fmla="*/ 7936 h 7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91" h="7936">
                  <a:moveTo>
                    <a:pt x="4491" y="7936"/>
                  </a:moveTo>
                  <a:lnTo>
                    <a:pt x="4491" y="7936"/>
                  </a:lnTo>
                  <a:lnTo>
                    <a:pt x="4491" y="0"/>
                  </a:lnTo>
                  <a:lnTo>
                    <a:pt x="0" y="0"/>
                  </a:lnTo>
                  <a:lnTo>
                    <a:pt x="3966" y="7936"/>
                  </a:lnTo>
                  <a:lnTo>
                    <a:pt x="4491" y="7936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D3146D11-993A-4297-A541-07127039B4D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35700" y="-6351"/>
              <a:ext cx="2447925" cy="2449513"/>
            </a:xfrm>
            <a:custGeom>
              <a:avLst/>
              <a:gdLst>
                <a:gd name="T0" fmla="*/ 0 w 3767"/>
                <a:gd name="T1" fmla="*/ 0 h 3774"/>
                <a:gd name="T2" fmla="*/ 0 w 3767"/>
                <a:gd name="T3" fmla="*/ 0 h 3774"/>
                <a:gd name="T4" fmla="*/ 3767 w 3767"/>
                <a:gd name="T5" fmla="*/ 0 h 3774"/>
                <a:gd name="T6" fmla="*/ 1886 w 3767"/>
                <a:gd name="T7" fmla="*/ 3774 h 3774"/>
                <a:gd name="T8" fmla="*/ 0 w 3767"/>
                <a:gd name="T9" fmla="*/ 0 h 37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67" h="3774">
                  <a:moveTo>
                    <a:pt x="0" y="0"/>
                  </a:moveTo>
                  <a:lnTo>
                    <a:pt x="0" y="0"/>
                  </a:lnTo>
                  <a:lnTo>
                    <a:pt x="3767" y="0"/>
                  </a:lnTo>
                  <a:lnTo>
                    <a:pt x="1886" y="37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</p:spTree>
    <p:extLst>
      <p:ext uri="{BB962C8B-B14F-4D97-AF65-F5344CB8AC3E}">
        <p14:creationId xmlns:p14="http://schemas.microsoft.com/office/powerpoint/2010/main" val="1540212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itelfolie 2zeilig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6">
            <a:extLst>
              <a:ext uri="{FF2B5EF4-FFF2-40B4-BE49-F238E27FC236}">
                <a16:creationId xmlns:a16="http://schemas.microsoft.com/office/drawing/2014/main" id="{2A1C568B-FA73-49E1-A515-1505C70ECEA9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539750" y="2168673"/>
            <a:ext cx="3246037" cy="97758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ts val="1700"/>
              </a:lnSpc>
              <a:buFontTx/>
              <a:buNone/>
              <a:defRPr sz="1400" b="0" i="0">
                <a:latin typeface="Arial" charset="0"/>
                <a:ea typeface="Arial" charset="0"/>
                <a:cs typeface="Arial" charset="0"/>
              </a:defRPr>
            </a:lvl1pPr>
            <a:lvl2pPr marL="4572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2pPr>
            <a:lvl3pPr marL="9144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3pPr>
            <a:lvl4pPr marL="13716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4pPr>
            <a:lvl5pPr marL="18288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FCC36FAF-C76C-4C6E-9CB9-6120C2A3E4B2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539750" y="1217533"/>
            <a:ext cx="3509736" cy="779709"/>
          </a:xfrm>
          <a:prstGeom prst="rect">
            <a:avLst/>
          </a:prstGeom>
        </p:spPr>
        <p:txBody>
          <a:bodyPr lIns="0" tIns="0" rIns="0" bIns="0" anchor="t" anchorCtr="0"/>
          <a:lstStyle>
            <a:lvl1pPr>
              <a:lnSpc>
                <a:spcPts val="3100"/>
              </a:lnSpc>
              <a:defRPr sz="2800"/>
            </a:lvl1pPr>
          </a:lstStyle>
          <a:p>
            <a:r>
              <a:rPr lang="de-DE" dirty="0"/>
              <a:t>Mastertitelformat bearbeiten</a:t>
            </a:r>
          </a:p>
        </p:txBody>
      </p: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56DF0C3F-007B-46B8-BA6C-21837725C60C}"/>
              </a:ext>
            </a:extLst>
          </p:cNvPr>
          <p:cNvGrpSpPr/>
          <p:nvPr userDrawn="1"/>
        </p:nvGrpSpPr>
        <p:grpSpPr>
          <a:xfrm>
            <a:off x="6235700" y="-6351"/>
            <a:ext cx="2917825" cy="5152656"/>
            <a:chOff x="6235700" y="-6351"/>
            <a:chExt cx="2917825" cy="5152656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A763453B-85FC-406B-A622-60DF3DD481A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642100" y="2207842"/>
              <a:ext cx="2511425" cy="2938463"/>
            </a:xfrm>
            <a:custGeom>
              <a:avLst/>
              <a:gdLst>
                <a:gd name="T0" fmla="*/ 0 w 3866"/>
                <a:gd name="T1" fmla="*/ 4527 h 4527"/>
                <a:gd name="T2" fmla="*/ 0 w 3866"/>
                <a:gd name="T3" fmla="*/ 4527 h 4527"/>
                <a:gd name="T4" fmla="*/ 2264 w 3866"/>
                <a:gd name="T5" fmla="*/ 0 h 4527"/>
                <a:gd name="T6" fmla="*/ 3866 w 3866"/>
                <a:gd name="T7" fmla="*/ 0 h 4527"/>
                <a:gd name="T8" fmla="*/ 3866 w 3866"/>
                <a:gd name="T9" fmla="*/ 4527 h 4527"/>
                <a:gd name="T10" fmla="*/ 0 w 3866"/>
                <a:gd name="T11" fmla="*/ 4527 h 45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66" h="4527">
                  <a:moveTo>
                    <a:pt x="0" y="4527"/>
                  </a:moveTo>
                  <a:lnTo>
                    <a:pt x="0" y="4527"/>
                  </a:lnTo>
                  <a:lnTo>
                    <a:pt x="2264" y="0"/>
                  </a:lnTo>
                  <a:lnTo>
                    <a:pt x="3866" y="0"/>
                  </a:lnTo>
                  <a:lnTo>
                    <a:pt x="3866" y="4527"/>
                  </a:lnTo>
                  <a:lnTo>
                    <a:pt x="0" y="4527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 dirty="0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7BAE0242-799B-4BBA-8490-1F06555E974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35700" y="-6351"/>
              <a:ext cx="2917825" cy="5152656"/>
            </a:xfrm>
            <a:custGeom>
              <a:avLst/>
              <a:gdLst>
                <a:gd name="T0" fmla="*/ 4491 w 4491"/>
                <a:gd name="T1" fmla="*/ 7936 h 7936"/>
                <a:gd name="T2" fmla="*/ 4491 w 4491"/>
                <a:gd name="T3" fmla="*/ 7936 h 7936"/>
                <a:gd name="T4" fmla="*/ 4491 w 4491"/>
                <a:gd name="T5" fmla="*/ 0 h 7936"/>
                <a:gd name="T6" fmla="*/ 0 w 4491"/>
                <a:gd name="T7" fmla="*/ 0 h 7936"/>
                <a:gd name="T8" fmla="*/ 3966 w 4491"/>
                <a:gd name="T9" fmla="*/ 7936 h 7936"/>
                <a:gd name="T10" fmla="*/ 4491 w 4491"/>
                <a:gd name="T11" fmla="*/ 7936 h 7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91" h="7936">
                  <a:moveTo>
                    <a:pt x="4491" y="7936"/>
                  </a:moveTo>
                  <a:lnTo>
                    <a:pt x="4491" y="7936"/>
                  </a:lnTo>
                  <a:lnTo>
                    <a:pt x="4491" y="0"/>
                  </a:lnTo>
                  <a:lnTo>
                    <a:pt x="0" y="0"/>
                  </a:lnTo>
                  <a:lnTo>
                    <a:pt x="3966" y="7936"/>
                  </a:lnTo>
                  <a:lnTo>
                    <a:pt x="4491" y="7936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3BF54632-D304-402E-9979-93425653C72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35700" y="-6351"/>
              <a:ext cx="2447925" cy="2449513"/>
            </a:xfrm>
            <a:custGeom>
              <a:avLst/>
              <a:gdLst>
                <a:gd name="T0" fmla="*/ 0 w 3767"/>
                <a:gd name="T1" fmla="*/ 0 h 3774"/>
                <a:gd name="T2" fmla="*/ 0 w 3767"/>
                <a:gd name="T3" fmla="*/ 0 h 3774"/>
                <a:gd name="T4" fmla="*/ 3767 w 3767"/>
                <a:gd name="T5" fmla="*/ 0 h 3774"/>
                <a:gd name="T6" fmla="*/ 1886 w 3767"/>
                <a:gd name="T7" fmla="*/ 3774 h 3774"/>
                <a:gd name="T8" fmla="*/ 0 w 3767"/>
                <a:gd name="T9" fmla="*/ 0 h 37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67" h="3774">
                  <a:moveTo>
                    <a:pt x="0" y="0"/>
                  </a:moveTo>
                  <a:lnTo>
                    <a:pt x="0" y="0"/>
                  </a:lnTo>
                  <a:lnTo>
                    <a:pt x="3767" y="0"/>
                  </a:lnTo>
                  <a:lnTo>
                    <a:pt x="1886" y="37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sp>
        <p:nvSpPr>
          <p:cNvPr id="14" name="Bildplatzhalter 2">
            <a:extLst>
              <a:ext uri="{FF2B5EF4-FFF2-40B4-BE49-F238E27FC236}">
                <a16:creationId xmlns:a16="http://schemas.microsoft.com/office/drawing/2014/main" id="{6713D3E4-37C3-4882-B46F-B103EB7B5F1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713247" y="-2858"/>
            <a:ext cx="5015527" cy="5150675"/>
          </a:xfrm>
          <a:custGeom>
            <a:avLst/>
            <a:gdLst>
              <a:gd name="connsiteX0" fmla="*/ 0 w 3510116"/>
              <a:gd name="connsiteY0" fmla="*/ 3797401 h 3797401"/>
              <a:gd name="connsiteX1" fmla="*/ 877529 w 3510116"/>
              <a:gd name="connsiteY1" fmla="*/ 0 h 3797401"/>
              <a:gd name="connsiteX2" fmla="*/ 3510116 w 3510116"/>
              <a:gd name="connsiteY2" fmla="*/ 0 h 3797401"/>
              <a:gd name="connsiteX3" fmla="*/ 2632587 w 3510116"/>
              <a:gd name="connsiteY3" fmla="*/ 3797401 h 3797401"/>
              <a:gd name="connsiteX4" fmla="*/ 0 w 3510116"/>
              <a:gd name="connsiteY4" fmla="*/ 3797401 h 3797401"/>
              <a:gd name="connsiteX0" fmla="*/ 0 w 4542503"/>
              <a:gd name="connsiteY0" fmla="*/ 3797401 h 3797401"/>
              <a:gd name="connsiteX1" fmla="*/ 877529 w 4542503"/>
              <a:gd name="connsiteY1" fmla="*/ 0 h 3797401"/>
              <a:gd name="connsiteX2" fmla="*/ 4542503 w 4542503"/>
              <a:gd name="connsiteY2" fmla="*/ 7375 h 3797401"/>
              <a:gd name="connsiteX3" fmla="*/ 2632587 w 4542503"/>
              <a:gd name="connsiteY3" fmla="*/ 3797401 h 3797401"/>
              <a:gd name="connsiteX4" fmla="*/ 0 w 4542503"/>
              <a:gd name="connsiteY4" fmla="*/ 3797401 h 3797401"/>
              <a:gd name="connsiteX0" fmla="*/ 0 w 5759245"/>
              <a:gd name="connsiteY0" fmla="*/ 3790027 h 3797401"/>
              <a:gd name="connsiteX1" fmla="*/ 2094271 w 5759245"/>
              <a:gd name="connsiteY1" fmla="*/ 0 h 3797401"/>
              <a:gd name="connsiteX2" fmla="*/ 5759245 w 5759245"/>
              <a:gd name="connsiteY2" fmla="*/ 7375 h 3797401"/>
              <a:gd name="connsiteX3" fmla="*/ 3849329 w 5759245"/>
              <a:gd name="connsiteY3" fmla="*/ 3797401 h 3797401"/>
              <a:gd name="connsiteX4" fmla="*/ 0 w 5759245"/>
              <a:gd name="connsiteY4" fmla="*/ 3790027 h 3797401"/>
              <a:gd name="connsiteX0" fmla="*/ 0 w 5759245"/>
              <a:gd name="connsiteY0" fmla="*/ 3794790 h 3802164"/>
              <a:gd name="connsiteX1" fmla="*/ 1929964 w 5759245"/>
              <a:gd name="connsiteY1" fmla="*/ 0 h 3802164"/>
              <a:gd name="connsiteX2" fmla="*/ 5759245 w 5759245"/>
              <a:gd name="connsiteY2" fmla="*/ 12138 h 3802164"/>
              <a:gd name="connsiteX3" fmla="*/ 3849329 w 5759245"/>
              <a:gd name="connsiteY3" fmla="*/ 3802164 h 3802164"/>
              <a:gd name="connsiteX4" fmla="*/ 0 w 5759245"/>
              <a:gd name="connsiteY4" fmla="*/ 3794790 h 3802164"/>
              <a:gd name="connsiteX0" fmla="*/ 0 w 5768770"/>
              <a:gd name="connsiteY0" fmla="*/ 3794790 h 3802164"/>
              <a:gd name="connsiteX1" fmla="*/ 1929964 w 5768770"/>
              <a:gd name="connsiteY1" fmla="*/ 0 h 3802164"/>
              <a:gd name="connsiteX2" fmla="*/ 5768770 w 5768770"/>
              <a:gd name="connsiteY2" fmla="*/ 231 h 3802164"/>
              <a:gd name="connsiteX3" fmla="*/ 3849329 w 5768770"/>
              <a:gd name="connsiteY3" fmla="*/ 3802164 h 3802164"/>
              <a:gd name="connsiteX4" fmla="*/ 0 w 5768770"/>
              <a:gd name="connsiteY4" fmla="*/ 3794790 h 3802164"/>
              <a:gd name="connsiteX0" fmla="*/ 0 w 5768770"/>
              <a:gd name="connsiteY0" fmla="*/ 3794790 h 3794790"/>
              <a:gd name="connsiteX1" fmla="*/ 1929964 w 5768770"/>
              <a:gd name="connsiteY1" fmla="*/ 0 h 3794790"/>
              <a:gd name="connsiteX2" fmla="*/ 5768770 w 5768770"/>
              <a:gd name="connsiteY2" fmla="*/ 231 h 3794790"/>
              <a:gd name="connsiteX3" fmla="*/ 3792179 w 5768770"/>
              <a:gd name="connsiteY3" fmla="*/ 3695008 h 3794790"/>
              <a:gd name="connsiteX4" fmla="*/ 0 w 5768770"/>
              <a:gd name="connsiteY4" fmla="*/ 3794790 h 3794790"/>
              <a:gd name="connsiteX0" fmla="*/ 0 w 5768770"/>
              <a:gd name="connsiteY0" fmla="*/ 3794790 h 3804546"/>
              <a:gd name="connsiteX1" fmla="*/ 1929964 w 5768770"/>
              <a:gd name="connsiteY1" fmla="*/ 0 h 3804546"/>
              <a:gd name="connsiteX2" fmla="*/ 5768770 w 5768770"/>
              <a:gd name="connsiteY2" fmla="*/ 231 h 3804546"/>
              <a:gd name="connsiteX3" fmla="*/ 3842185 w 5768770"/>
              <a:gd name="connsiteY3" fmla="*/ 3804546 h 3804546"/>
              <a:gd name="connsiteX4" fmla="*/ 0 w 5768770"/>
              <a:gd name="connsiteY4" fmla="*/ 3794790 h 3804546"/>
              <a:gd name="connsiteX0" fmla="*/ 0 w 5511595"/>
              <a:gd name="connsiteY0" fmla="*/ 3656678 h 3804546"/>
              <a:gd name="connsiteX1" fmla="*/ 1672789 w 5511595"/>
              <a:gd name="connsiteY1" fmla="*/ 0 h 3804546"/>
              <a:gd name="connsiteX2" fmla="*/ 5511595 w 5511595"/>
              <a:gd name="connsiteY2" fmla="*/ 231 h 3804546"/>
              <a:gd name="connsiteX3" fmla="*/ 3585010 w 5511595"/>
              <a:gd name="connsiteY3" fmla="*/ 3804546 h 3804546"/>
              <a:gd name="connsiteX4" fmla="*/ 0 w 5511595"/>
              <a:gd name="connsiteY4" fmla="*/ 3656678 h 3804546"/>
              <a:gd name="connsiteX0" fmla="*/ 0 w 5761626"/>
              <a:gd name="connsiteY0" fmla="*/ 3804315 h 3804546"/>
              <a:gd name="connsiteX1" fmla="*/ 1922820 w 5761626"/>
              <a:gd name="connsiteY1" fmla="*/ 0 h 3804546"/>
              <a:gd name="connsiteX2" fmla="*/ 5761626 w 5761626"/>
              <a:gd name="connsiteY2" fmla="*/ 231 h 3804546"/>
              <a:gd name="connsiteX3" fmla="*/ 3835041 w 5761626"/>
              <a:gd name="connsiteY3" fmla="*/ 3804546 h 3804546"/>
              <a:gd name="connsiteX4" fmla="*/ 0 w 5761626"/>
              <a:gd name="connsiteY4" fmla="*/ 3804315 h 3804546"/>
              <a:gd name="connsiteX0" fmla="*/ 0 w 5761626"/>
              <a:gd name="connsiteY0" fmla="*/ 3813811 h 3814042"/>
              <a:gd name="connsiteX1" fmla="*/ 1217596 w 5761626"/>
              <a:gd name="connsiteY1" fmla="*/ 0 h 3814042"/>
              <a:gd name="connsiteX2" fmla="*/ 5761626 w 5761626"/>
              <a:gd name="connsiteY2" fmla="*/ 9727 h 3814042"/>
              <a:gd name="connsiteX3" fmla="*/ 3835041 w 5761626"/>
              <a:gd name="connsiteY3" fmla="*/ 3814042 h 3814042"/>
              <a:gd name="connsiteX4" fmla="*/ 0 w 5761626"/>
              <a:gd name="connsiteY4" fmla="*/ 3813811 h 3814042"/>
              <a:gd name="connsiteX0" fmla="*/ 0 w 4153955"/>
              <a:gd name="connsiteY0" fmla="*/ 3813811 h 3814042"/>
              <a:gd name="connsiteX1" fmla="*/ 1217596 w 4153955"/>
              <a:gd name="connsiteY1" fmla="*/ 0 h 3814042"/>
              <a:gd name="connsiteX2" fmla="*/ 4153955 w 4153955"/>
              <a:gd name="connsiteY2" fmla="*/ 28721 h 3814042"/>
              <a:gd name="connsiteX3" fmla="*/ 3835041 w 4153955"/>
              <a:gd name="connsiteY3" fmla="*/ 3814042 h 3814042"/>
              <a:gd name="connsiteX4" fmla="*/ 0 w 4153955"/>
              <a:gd name="connsiteY4" fmla="*/ 3813811 h 3814042"/>
              <a:gd name="connsiteX0" fmla="*/ 0 w 5056403"/>
              <a:gd name="connsiteY0" fmla="*/ 3813811 h 3814042"/>
              <a:gd name="connsiteX1" fmla="*/ 1217596 w 5056403"/>
              <a:gd name="connsiteY1" fmla="*/ 0 h 3814042"/>
              <a:gd name="connsiteX2" fmla="*/ 5056403 w 5056403"/>
              <a:gd name="connsiteY2" fmla="*/ 230 h 3814042"/>
              <a:gd name="connsiteX3" fmla="*/ 3835041 w 5056403"/>
              <a:gd name="connsiteY3" fmla="*/ 3814042 h 3814042"/>
              <a:gd name="connsiteX4" fmla="*/ 0 w 5056403"/>
              <a:gd name="connsiteY4" fmla="*/ 3813811 h 3814042"/>
              <a:gd name="connsiteX0" fmla="*/ 0 w 5058901"/>
              <a:gd name="connsiteY0" fmla="*/ 3813811 h 3814042"/>
              <a:gd name="connsiteX1" fmla="*/ 1217596 w 5058901"/>
              <a:gd name="connsiteY1" fmla="*/ 0 h 3814042"/>
              <a:gd name="connsiteX2" fmla="*/ 5058901 w 5058901"/>
              <a:gd name="connsiteY2" fmla="*/ 12141 h 3814042"/>
              <a:gd name="connsiteX3" fmla="*/ 3835041 w 5058901"/>
              <a:gd name="connsiteY3" fmla="*/ 3814042 h 3814042"/>
              <a:gd name="connsiteX4" fmla="*/ 0 w 5058901"/>
              <a:gd name="connsiteY4" fmla="*/ 3813811 h 3814042"/>
              <a:gd name="connsiteX0" fmla="*/ 0 w 5058901"/>
              <a:gd name="connsiteY0" fmla="*/ 3809840 h 3810071"/>
              <a:gd name="connsiteX1" fmla="*/ 1215098 w 5058901"/>
              <a:gd name="connsiteY1" fmla="*/ 0 h 3810071"/>
              <a:gd name="connsiteX2" fmla="*/ 5058901 w 5058901"/>
              <a:gd name="connsiteY2" fmla="*/ 8170 h 3810071"/>
              <a:gd name="connsiteX3" fmla="*/ 3835041 w 5058901"/>
              <a:gd name="connsiteY3" fmla="*/ 3810071 h 3810071"/>
              <a:gd name="connsiteX4" fmla="*/ 0 w 5058901"/>
              <a:gd name="connsiteY4" fmla="*/ 3809840 h 3810071"/>
              <a:gd name="connsiteX0" fmla="*/ 0 w 5058901"/>
              <a:gd name="connsiteY0" fmla="*/ 3801899 h 3802130"/>
              <a:gd name="connsiteX1" fmla="*/ 1215098 w 5058901"/>
              <a:gd name="connsiteY1" fmla="*/ 0 h 3802130"/>
              <a:gd name="connsiteX2" fmla="*/ 5058901 w 5058901"/>
              <a:gd name="connsiteY2" fmla="*/ 229 h 3802130"/>
              <a:gd name="connsiteX3" fmla="*/ 3835041 w 5058901"/>
              <a:gd name="connsiteY3" fmla="*/ 3802130 h 3802130"/>
              <a:gd name="connsiteX4" fmla="*/ 0 w 5058901"/>
              <a:gd name="connsiteY4" fmla="*/ 3801899 h 3802130"/>
              <a:gd name="connsiteX0" fmla="*/ 0 w 5051406"/>
              <a:gd name="connsiteY0" fmla="*/ 3801899 h 3802130"/>
              <a:gd name="connsiteX1" fmla="*/ 1215098 w 5051406"/>
              <a:gd name="connsiteY1" fmla="*/ 0 h 3802130"/>
              <a:gd name="connsiteX2" fmla="*/ 5051406 w 5051406"/>
              <a:gd name="connsiteY2" fmla="*/ 229 h 3802130"/>
              <a:gd name="connsiteX3" fmla="*/ 3835041 w 5051406"/>
              <a:gd name="connsiteY3" fmla="*/ 3802130 h 3802130"/>
              <a:gd name="connsiteX4" fmla="*/ 0 w 5051406"/>
              <a:gd name="connsiteY4" fmla="*/ 3801899 h 3802130"/>
              <a:gd name="connsiteX0" fmla="*/ 0 w 5051406"/>
              <a:gd name="connsiteY0" fmla="*/ 4028058 h 4028289"/>
              <a:gd name="connsiteX1" fmla="*/ 1279142 w 5051406"/>
              <a:gd name="connsiteY1" fmla="*/ 0 h 4028289"/>
              <a:gd name="connsiteX2" fmla="*/ 5051406 w 5051406"/>
              <a:gd name="connsiteY2" fmla="*/ 226388 h 4028289"/>
              <a:gd name="connsiteX3" fmla="*/ 3835041 w 5051406"/>
              <a:gd name="connsiteY3" fmla="*/ 4028289 h 4028289"/>
              <a:gd name="connsiteX4" fmla="*/ 0 w 5051406"/>
              <a:gd name="connsiteY4" fmla="*/ 4028058 h 4028289"/>
              <a:gd name="connsiteX0" fmla="*/ 0 w 5051406"/>
              <a:gd name="connsiteY0" fmla="*/ 4028058 h 4028059"/>
              <a:gd name="connsiteX1" fmla="*/ 1279142 w 5051406"/>
              <a:gd name="connsiteY1" fmla="*/ 0 h 4028059"/>
              <a:gd name="connsiteX2" fmla="*/ 5051406 w 5051406"/>
              <a:gd name="connsiteY2" fmla="*/ 226388 h 4028059"/>
              <a:gd name="connsiteX3" fmla="*/ 3539729 w 5051406"/>
              <a:gd name="connsiteY3" fmla="*/ 3632510 h 4028059"/>
              <a:gd name="connsiteX4" fmla="*/ 0 w 5051406"/>
              <a:gd name="connsiteY4" fmla="*/ 4028058 h 4028059"/>
              <a:gd name="connsiteX0" fmla="*/ 0 w 5051406"/>
              <a:gd name="connsiteY0" fmla="*/ 4028058 h 4028057"/>
              <a:gd name="connsiteX1" fmla="*/ 1279142 w 5051406"/>
              <a:gd name="connsiteY1" fmla="*/ 0 h 4028057"/>
              <a:gd name="connsiteX2" fmla="*/ 5051406 w 5051406"/>
              <a:gd name="connsiteY2" fmla="*/ 226388 h 4028057"/>
              <a:gd name="connsiteX3" fmla="*/ 3763882 w 5051406"/>
              <a:gd name="connsiteY3" fmla="*/ 4022635 h 4028057"/>
              <a:gd name="connsiteX4" fmla="*/ 0 w 5051406"/>
              <a:gd name="connsiteY4" fmla="*/ 4028058 h 4028057"/>
              <a:gd name="connsiteX0" fmla="*/ 0 w 5054964"/>
              <a:gd name="connsiteY0" fmla="*/ 4039137 h 4039138"/>
              <a:gd name="connsiteX1" fmla="*/ 1279142 w 5054964"/>
              <a:gd name="connsiteY1" fmla="*/ 11079 h 4039138"/>
              <a:gd name="connsiteX2" fmla="*/ 5054964 w 5054964"/>
              <a:gd name="connsiteY2" fmla="*/ 0 h 4039138"/>
              <a:gd name="connsiteX3" fmla="*/ 3763882 w 5054964"/>
              <a:gd name="connsiteY3" fmla="*/ 4033714 h 4039138"/>
              <a:gd name="connsiteX4" fmla="*/ 0 w 5054964"/>
              <a:gd name="connsiteY4" fmla="*/ 4039137 h 4039138"/>
              <a:gd name="connsiteX0" fmla="*/ 0 w 5054964"/>
              <a:gd name="connsiteY0" fmla="*/ 4039366 h 4039365"/>
              <a:gd name="connsiteX1" fmla="*/ 1453483 w 5054964"/>
              <a:gd name="connsiteY1" fmla="*/ 0 h 4039365"/>
              <a:gd name="connsiteX2" fmla="*/ 5054964 w 5054964"/>
              <a:gd name="connsiteY2" fmla="*/ 229 h 4039365"/>
              <a:gd name="connsiteX3" fmla="*/ 3763882 w 5054964"/>
              <a:gd name="connsiteY3" fmla="*/ 4033943 h 4039365"/>
              <a:gd name="connsiteX4" fmla="*/ 0 w 5054964"/>
              <a:gd name="connsiteY4" fmla="*/ 4039366 h 4039365"/>
              <a:gd name="connsiteX0" fmla="*/ 0 w 5054964"/>
              <a:gd name="connsiteY0" fmla="*/ 4039137 h 4039138"/>
              <a:gd name="connsiteX1" fmla="*/ 1282700 w 5054964"/>
              <a:gd name="connsiteY1" fmla="*/ 5425 h 4039138"/>
              <a:gd name="connsiteX2" fmla="*/ 5054964 w 5054964"/>
              <a:gd name="connsiteY2" fmla="*/ 0 h 4039138"/>
              <a:gd name="connsiteX3" fmla="*/ 3763882 w 5054964"/>
              <a:gd name="connsiteY3" fmla="*/ 4033714 h 4039138"/>
              <a:gd name="connsiteX4" fmla="*/ 0 w 5054964"/>
              <a:gd name="connsiteY4" fmla="*/ 4039137 h 4039138"/>
              <a:gd name="connsiteX0" fmla="*/ 0 w 5054964"/>
              <a:gd name="connsiteY0" fmla="*/ 4039137 h 4040572"/>
              <a:gd name="connsiteX1" fmla="*/ 1282700 w 5054964"/>
              <a:gd name="connsiteY1" fmla="*/ 5425 h 4040572"/>
              <a:gd name="connsiteX2" fmla="*/ 5054964 w 5054964"/>
              <a:gd name="connsiteY2" fmla="*/ 0 h 4040572"/>
              <a:gd name="connsiteX3" fmla="*/ 3926959 w 5054964"/>
              <a:gd name="connsiteY3" fmla="*/ 4040572 h 4040572"/>
              <a:gd name="connsiteX4" fmla="*/ 0 w 5054964"/>
              <a:gd name="connsiteY4" fmla="*/ 4039137 h 4040572"/>
              <a:gd name="connsiteX0" fmla="*/ 0 w 5054964"/>
              <a:gd name="connsiteY0" fmla="*/ 4039137 h 4039137"/>
              <a:gd name="connsiteX1" fmla="*/ 1282700 w 5054964"/>
              <a:gd name="connsiteY1" fmla="*/ 5425 h 4039137"/>
              <a:gd name="connsiteX2" fmla="*/ 5054964 w 5054964"/>
              <a:gd name="connsiteY2" fmla="*/ 0 h 4039137"/>
              <a:gd name="connsiteX3" fmla="*/ 3929871 w 5054964"/>
              <a:gd name="connsiteY3" fmla="*/ 4038286 h 4039137"/>
              <a:gd name="connsiteX4" fmla="*/ 0 w 5054964"/>
              <a:gd name="connsiteY4" fmla="*/ 4039137 h 4039137"/>
              <a:gd name="connsiteX0" fmla="*/ 0 w 5054964"/>
              <a:gd name="connsiteY0" fmla="*/ 4039137 h 4039137"/>
              <a:gd name="connsiteX1" fmla="*/ 1282700 w 5054964"/>
              <a:gd name="connsiteY1" fmla="*/ 5425 h 4039137"/>
              <a:gd name="connsiteX2" fmla="*/ 5054964 w 5054964"/>
              <a:gd name="connsiteY2" fmla="*/ 0 h 4039137"/>
              <a:gd name="connsiteX3" fmla="*/ 3947344 w 5054964"/>
              <a:gd name="connsiteY3" fmla="*/ 4038286 h 4039137"/>
              <a:gd name="connsiteX4" fmla="*/ 0 w 5054964"/>
              <a:gd name="connsiteY4" fmla="*/ 4039137 h 4039137"/>
              <a:gd name="connsiteX0" fmla="*/ 0 w 5060788"/>
              <a:gd name="connsiteY0" fmla="*/ 4041423 h 4041423"/>
              <a:gd name="connsiteX1" fmla="*/ 1288524 w 5060788"/>
              <a:gd name="connsiteY1" fmla="*/ 5425 h 4041423"/>
              <a:gd name="connsiteX2" fmla="*/ 5060788 w 5060788"/>
              <a:gd name="connsiteY2" fmla="*/ 0 h 4041423"/>
              <a:gd name="connsiteX3" fmla="*/ 3953168 w 5060788"/>
              <a:gd name="connsiteY3" fmla="*/ 4038286 h 4041423"/>
              <a:gd name="connsiteX4" fmla="*/ 0 w 5060788"/>
              <a:gd name="connsiteY4" fmla="*/ 4041423 h 4041423"/>
              <a:gd name="connsiteX0" fmla="*/ 0 w 5060788"/>
              <a:gd name="connsiteY0" fmla="*/ 4041423 h 4041423"/>
              <a:gd name="connsiteX1" fmla="*/ 2642651 w 5060788"/>
              <a:gd name="connsiteY1" fmla="*/ 853 h 4041423"/>
              <a:gd name="connsiteX2" fmla="*/ 5060788 w 5060788"/>
              <a:gd name="connsiteY2" fmla="*/ 0 h 4041423"/>
              <a:gd name="connsiteX3" fmla="*/ 3953168 w 5060788"/>
              <a:gd name="connsiteY3" fmla="*/ 4038286 h 4041423"/>
              <a:gd name="connsiteX4" fmla="*/ 0 w 5060788"/>
              <a:gd name="connsiteY4" fmla="*/ 4041423 h 4041423"/>
              <a:gd name="connsiteX0" fmla="*/ 0 w 4347323"/>
              <a:gd name="connsiteY0" fmla="*/ 4045995 h 4045995"/>
              <a:gd name="connsiteX1" fmla="*/ 2642651 w 4347323"/>
              <a:gd name="connsiteY1" fmla="*/ 5425 h 4045995"/>
              <a:gd name="connsiteX2" fmla="*/ 4347323 w 4347323"/>
              <a:gd name="connsiteY2" fmla="*/ 0 h 4045995"/>
              <a:gd name="connsiteX3" fmla="*/ 3953168 w 4347323"/>
              <a:gd name="connsiteY3" fmla="*/ 4042858 h 4045995"/>
              <a:gd name="connsiteX4" fmla="*/ 0 w 4347323"/>
              <a:gd name="connsiteY4" fmla="*/ 4045995 h 4045995"/>
              <a:gd name="connsiteX0" fmla="*/ 0 w 3953168"/>
              <a:gd name="connsiteY0" fmla="*/ 4043709 h 4043709"/>
              <a:gd name="connsiteX1" fmla="*/ 2642651 w 3953168"/>
              <a:gd name="connsiteY1" fmla="*/ 3139 h 4043709"/>
              <a:gd name="connsiteX2" fmla="*/ 3537758 w 3953168"/>
              <a:gd name="connsiteY2" fmla="*/ 0 h 4043709"/>
              <a:gd name="connsiteX3" fmla="*/ 3953168 w 3953168"/>
              <a:gd name="connsiteY3" fmla="*/ 4040572 h 4043709"/>
              <a:gd name="connsiteX4" fmla="*/ 0 w 3953168"/>
              <a:gd name="connsiteY4" fmla="*/ 4043709 h 4043709"/>
              <a:gd name="connsiteX0" fmla="*/ 0 w 3953168"/>
              <a:gd name="connsiteY0" fmla="*/ 4043709 h 4043709"/>
              <a:gd name="connsiteX1" fmla="*/ 2642651 w 3953168"/>
              <a:gd name="connsiteY1" fmla="*/ 3139 h 4043709"/>
              <a:gd name="connsiteX2" fmla="*/ 3537758 w 3953168"/>
              <a:gd name="connsiteY2" fmla="*/ 0 h 4043709"/>
              <a:gd name="connsiteX3" fmla="*/ 3611785 w 3953168"/>
              <a:gd name="connsiteY3" fmla="*/ 694979 h 4043709"/>
              <a:gd name="connsiteX4" fmla="*/ 3953168 w 3953168"/>
              <a:gd name="connsiteY4" fmla="*/ 4040572 h 4043709"/>
              <a:gd name="connsiteX5" fmla="*/ 0 w 3953168"/>
              <a:gd name="connsiteY5" fmla="*/ 4043709 h 4043709"/>
              <a:gd name="connsiteX0" fmla="*/ 0 w 4750417"/>
              <a:gd name="connsiteY0" fmla="*/ 4043709 h 4043709"/>
              <a:gd name="connsiteX1" fmla="*/ 2642651 w 4750417"/>
              <a:gd name="connsiteY1" fmla="*/ 3139 h 4043709"/>
              <a:gd name="connsiteX2" fmla="*/ 3537758 w 4750417"/>
              <a:gd name="connsiteY2" fmla="*/ 0 h 4043709"/>
              <a:gd name="connsiteX3" fmla="*/ 4750417 w 4750417"/>
              <a:gd name="connsiteY3" fmla="*/ 1924908 h 4043709"/>
              <a:gd name="connsiteX4" fmla="*/ 3953168 w 4750417"/>
              <a:gd name="connsiteY4" fmla="*/ 4040572 h 4043709"/>
              <a:gd name="connsiteX5" fmla="*/ 0 w 4750417"/>
              <a:gd name="connsiteY5" fmla="*/ 4043709 h 4043709"/>
              <a:gd name="connsiteX0" fmla="*/ 0 w 5015418"/>
              <a:gd name="connsiteY0" fmla="*/ 4043709 h 4043709"/>
              <a:gd name="connsiteX1" fmla="*/ 2642651 w 5015418"/>
              <a:gd name="connsiteY1" fmla="*/ 3139 h 4043709"/>
              <a:gd name="connsiteX2" fmla="*/ 3537758 w 5015418"/>
              <a:gd name="connsiteY2" fmla="*/ 0 h 4043709"/>
              <a:gd name="connsiteX3" fmla="*/ 5015418 w 5015418"/>
              <a:gd name="connsiteY3" fmla="*/ 2340981 h 4043709"/>
              <a:gd name="connsiteX4" fmla="*/ 3953168 w 5015418"/>
              <a:gd name="connsiteY4" fmla="*/ 4040572 h 4043709"/>
              <a:gd name="connsiteX5" fmla="*/ 0 w 5015418"/>
              <a:gd name="connsiteY5" fmla="*/ 4043709 h 4043709"/>
              <a:gd name="connsiteX0" fmla="*/ 0 w 5015418"/>
              <a:gd name="connsiteY0" fmla="*/ 4041423 h 4041423"/>
              <a:gd name="connsiteX1" fmla="*/ 2642651 w 5015418"/>
              <a:gd name="connsiteY1" fmla="*/ 853 h 4041423"/>
              <a:gd name="connsiteX2" fmla="*/ 3523197 w 5015418"/>
              <a:gd name="connsiteY2" fmla="*/ 0 h 4041423"/>
              <a:gd name="connsiteX3" fmla="*/ 5015418 w 5015418"/>
              <a:gd name="connsiteY3" fmla="*/ 2338695 h 4041423"/>
              <a:gd name="connsiteX4" fmla="*/ 3953168 w 5015418"/>
              <a:gd name="connsiteY4" fmla="*/ 4038286 h 4041423"/>
              <a:gd name="connsiteX5" fmla="*/ 0 w 5015418"/>
              <a:gd name="connsiteY5" fmla="*/ 4041423 h 4041423"/>
              <a:gd name="connsiteX0" fmla="*/ 0 w 4817395"/>
              <a:gd name="connsiteY0" fmla="*/ 4041423 h 4041423"/>
              <a:gd name="connsiteX1" fmla="*/ 2642651 w 4817395"/>
              <a:gd name="connsiteY1" fmla="*/ 853 h 4041423"/>
              <a:gd name="connsiteX2" fmla="*/ 3523197 w 4817395"/>
              <a:gd name="connsiteY2" fmla="*/ 0 h 4041423"/>
              <a:gd name="connsiteX3" fmla="*/ 4817395 w 4817395"/>
              <a:gd name="connsiteY3" fmla="*/ 2338695 h 4041423"/>
              <a:gd name="connsiteX4" fmla="*/ 3953168 w 4817395"/>
              <a:gd name="connsiteY4" fmla="*/ 4038286 h 4041423"/>
              <a:gd name="connsiteX5" fmla="*/ 0 w 4817395"/>
              <a:gd name="connsiteY5" fmla="*/ 4041423 h 4041423"/>
              <a:gd name="connsiteX0" fmla="*/ 0 w 5018330"/>
              <a:gd name="connsiteY0" fmla="*/ 4041423 h 4041423"/>
              <a:gd name="connsiteX1" fmla="*/ 2642651 w 5018330"/>
              <a:gd name="connsiteY1" fmla="*/ 853 h 4041423"/>
              <a:gd name="connsiteX2" fmla="*/ 3523197 w 5018330"/>
              <a:gd name="connsiteY2" fmla="*/ 0 h 4041423"/>
              <a:gd name="connsiteX3" fmla="*/ 5018330 w 5018330"/>
              <a:gd name="connsiteY3" fmla="*/ 2334123 h 4041423"/>
              <a:gd name="connsiteX4" fmla="*/ 3953168 w 5018330"/>
              <a:gd name="connsiteY4" fmla="*/ 4038286 h 4041423"/>
              <a:gd name="connsiteX5" fmla="*/ 0 w 5018330"/>
              <a:gd name="connsiteY5" fmla="*/ 4041423 h 4041423"/>
              <a:gd name="connsiteX0" fmla="*/ 0 w 5021242"/>
              <a:gd name="connsiteY0" fmla="*/ 4041423 h 4041423"/>
              <a:gd name="connsiteX1" fmla="*/ 2642651 w 5021242"/>
              <a:gd name="connsiteY1" fmla="*/ 853 h 4041423"/>
              <a:gd name="connsiteX2" fmla="*/ 3523197 w 5021242"/>
              <a:gd name="connsiteY2" fmla="*/ 0 h 4041423"/>
              <a:gd name="connsiteX3" fmla="*/ 5021242 w 5021242"/>
              <a:gd name="connsiteY3" fmla="*/ 2334123 h 4041423"/>
              <a:gd name="connsiteX4" fmla="*/ 3953168 w 5021242"/>
              <a:gd name="connsiteY4" fmla="*/ 4038286 h 4041423"/>
              <a:gd name="connsiteX5" fmla="*/ 0 w 5021242"/>
              <a:gd name="connsiteY5" fmla="*/ 4041423 h 4041423"/>
              <a:gd name="connsiteX0" fmla="*/ 0 w 5021242"/>
              <a:gd name="connsiteY0" fmla="*/ 4041423 h 4041423"/>
              <a:gd name="connsiteX1" fmla="*/ 2642651 w 5021242"/>
              <a:gd name="connsiteY1" fmla="*/ 853 h 4041423"/>
              <a:gd name="connsiteX2" fmla="*/ 3529021 w 5021242"/>
              <a:gd name="connsiteY2" fmla="*/ 0 h 4041423"/>
              <a:gd name="connsiteX3" fmla="*/ 5021242 w 5021242"/>
              <a:gd name="connsiteY3" fmla="*/ 2334123 h 4041423"/>
              <a:gd name="connsiteX4" fmla="*/ 3953168 w 5021242"/>
              <a:gd name="connsiteY4" fmla="*/ 4038286 h 4041423"/>
              <a:gd name="connsiteX5" fmla="*/ 0 w 5021242"/>
              <a:gd name="connsiteY5" fmla="*/ 4041423 h 4041423"/>
              <a:gd name="connsiteX0" fmla="*/ 0 w 5021242"/>
              <a:gd name="connsiteY0" fmla="*/ 4041423 h 4041423"/>
              <a:gd name="connsiteX1" fmla="*/ 2642651 w 5021242"/>
              <a:gd name="connsiteY1" fmla="*/ 853 h 4041423"/>
              <a:gd name="connsiteX2" fmla="*/ 3529021 w 5021242"/>
              <a:gd name="connsiteY2" fmla="*/ 0 h 4041423"/>
              <a:gd name="connsiteX3" fmla="*/ 5021242 w 5021242"/>
              <a:gd name="connsiteY3" fmla="*/ 2334123 h 4041423"/>
              <a:gd name="connsiteX4" fmla="*/ 3935695 w 5021242"/>
              <a:gd name="connsiteY4" fmla="*/ 4036000 h 4041423"/>
              <a:gd name="connsiteX5" fmla="*/ 0 w 5021242"/>
              <a:gd name="connsiteY5" fmla="*/ 4041423 h 4041423"/>
              <a:gd name="connsiteX0" fmla="*/ 0 w 5021242"/>
              <a:gd name="connsiteY0" fmla="*/ 4041423 h 4041423"/>
              <a:gd name="connsiteX1" fmla="*/ 2642651 w 5021242"/>
              <a:gd name="connsiteY1" fmla="*/ 853 h 4041423"/>
              <a:gd name="connsiteX2" fmla="*/ 3529021 w 5021242"/>
              <a:gd name="connsiteY2" fmla="*/ 0 h 4041423"/>
              <a:gd name="connsiteX3" fmla="*/ 5021242 w 5021242"/>
              <a:gd name="connsiteY3" fmla="*/ 2342669 h 4041423"/>
              <a:gd name="connsiteX4" fmla="*/ 3935695 w 5021242"/>
              <a:gd name="connsiteY4" fmla="*/ 4036000 h 4041423"/>
              <a:gd name="connsiteX5" fmla="*/ 0 w 5021242"/>
              <a:gd name="connsiteY5" fmla="*/ 4041423 h 4041423"/>
              <a:gd name="connsiteX0" fmla="*/ 0 w 5021242"/>
              <a:gd name="connsiteY0" fmla="*/ 4041423 h 4041423"/>
              <a:gd name="connsiteX1" fmla="*/ 2642651 w 5021242"/>
              <a:gd name="connsiteY1" fmla="*/ 853 h 4041423"/>
              <a:gd name="connsiteX2" fmla="*/ 3529021 w 5021242"/>
              <a:gd name="connsiteY2" fmla="*/ 0 h 4041423"/>
              <a:gd name="connsiteX3" fmla="*/ 5021242 w 5021242"/>
              <a:gd name="connsiteY3" fmla="*/ 2342669 h 4041423"/>
              <a:gd name="connsiteX4" fmla="*/ 3815680 w 5021242"/>
              <a:gd name="connsiteY4" fmla="*/ 3899162 h 4041423"/>
              <a:gd name="connsiteX5" fmla="*/ 0 w 5021242"/>
              <a:gd name="connsiteY5" fmla="*/ 4041423 h 4041423"/>
              <a:gd name="connsiteX0" fmla="*/ 0 w 5021242"/>
              <a:gd name="connsiteY0" fmla="*/ 4041423 h 4041423"/>
              <a:gd name="connsiteX1" fmla="*/ 2642651 w 5021242"/>
              <a:gd name="connsiteY1" fmla="*/ 853 h 4041423"/>
              <a:gd name="connsiteX2" fmla="*/ 3529021 w 5021242"/>
              <a:gd name="connsiteY2" fmla="*/ 0 h 4041423"/>
              <a:gd name="connsiteX3" fmla="*/ 5021242 w 5021242"/>
              <a:gd name="connsiteY3" fmla="*/ 2342669 h 4041423"/>
              <a:gd name="connsiteX4" fmla="*/ 3929980 w 5021242"/>
              <a:gd name="connsiteY4" fmla="*/ 4040486 h 4041423"/>
              <a:gd name="connsiteX5" fmla="*/ 0 w 5021242"/>
              <a:gd name="connsiteY5" fmla="*/ 4041423 h 4041423"/>
              <a:gd name="connsiteX0" fmla="*/ 0 w 5021242"/>
              <a:gd name="connsiteY0" fmla="*/ 4040570 h 4040570"/>
              <a:gd name="connsiteX1" fmla="*/ 2642651 w 5021242"/>
              <a:gd name="connsiteY1" fmla="*/ 0 h 4040570"/>
              <a:gd name="connsiteX2" fmla="*/ 3426151 w 5021242"/>
              <a:gd name="connsiteY2" fmla="*/ 79877 h 4040570"/>
              <a:gd name="connsiteX3" fmla="*/ 5021242 w 5021242"/>
              <a:gd name="connsiteY3" fmla="*/ 2341816 h 4040570"/>
              <a:gd name="connsiteX4" fmla="*/ 3929980 w 5021242"/>
              <a:gd name="connsiteY4" fmla="*/ 4039633 h 4040570"/>
              <a:gd name="connsiteX5" fmla="*/ 0 w 5021242"/>
              <a:gd name="connsiteY5" fmla="*/ 4040570 h 4040570"/>
              <a:gd name="connsiteX0" fmla="*/ 0 w 5021242"/>
              <a:gd name="connsiteY0" fmla="*/ 4041421 h 4041421"/>
              <a:gd name="connsiteX1" fmla="*/ 2642651 w 5021242"/>
              <a:gd name="connsiteY1" fmla="*/ 851 h 4041421"/>
              <a:gd name="connsiteX2" fmla="*/ 3520448 w 5021242"/>
              <a:gd name="connsiteY2" fmla="*/ 0 h 4041421"/>
              <a:gd name="connsiteX3" fmla="*/ 5021242 w 5021242"/>
              <a:gd name="connsiteY3" fmla="*/ 2342667 h 4041421"/>
              <a:gd name="connsiteX4" fmla="*/ 3929980 w 5021242"/>
              <a:gd name="connsiteY4" fmla="*/ 4040484 h 4041421"/>
              <a:gd name="connsiteX5" fmla="*/ 0 w 5021242"/>
              <a:gd name="connsiteY5" fmla="*/ 4041421 h 4041421"/>
              <a:gd name="connsiteX0" fmla="*/ 0 w 5021242"/>
              <a:gd name="connsiteY0" fmla="*/ 4040570 h 4040570"/>
              <a:gd name="connsiteX1" fmla="*/ 2642651 w 5021242"/>
              <a:gd name="connsiteY1" fmla="*/ 0 h 4040570"/>
              <a:gd name="connsiteX2" fmla="*/ 3440438 w 5021242"/>
              <a:gd name="connsiteY2" fmla="*/ 1395 h 4040570"/>
              <a:gd name="connsiteX3" fmla="*/ 5021242 w 5021242"/>
              <a:gd name="connsiteY3" fmla="*/ 2341816 h 4040570"/>
              <a:gd name="connsiteX4" fmla="*/ 3929980 w 5021242"/>
              <a:gd name="connsiteY4" fmla="*/ 4039633 h 4040570"/>
              <a:gd name="connsiteX5" fmla="*/ 0 w 5021242"/>
              <a:gd name="connsiteY5" fmla="*/ 4040570 h 4040570"/>
              <a:gd name="connsiteX0" fmla="*/ 0 w 5021242"/>
              <a:gd name="connsiteY0" fmla="*/ 4043666 h 4043666"/>
              <a:gd name="connsiteX1" fmla="*/ 2642651 w 5021242"/>
              <a:gd name="connsiteY1" fmla="*/ 3096 h 4043666"/>
              <a:gd name="connsiteX2" fmla="*/ 3529020 w 5021242"/>
              <a:gd name="connsiteY2" fmla="*/ 0 h 4043666"/>
              <a:gd name="connsiteX3" fmla="*/ 5021242 w 5021242"/>
              <a:gd name="connsiteY3" fmla="*/ 2344912 h 4043666"/>
              <a:gd name="connsiteX4" fmla="*/ 3929980 w 5021242"/>
              <a:gd name="connsiteY4" fmla="*/ 4042729 h 4043666"/>
              <a:gd name="connsiteX5" fmla="*/ 0 w 5021242"/>
              <a:gd name="connsiteY5" fmla="*/ 4043666 h 4043666"/>
              <a:gd name="connsiteX0" fmla="*/ 0 w 5021242"/>
              <a:gd name="connsiteY0" fmla="*/ 4045061 h 4045061"/>
              <a:gd name="connsiteX1" fmla="*/ 2654081 w 5021242"/>
              <a:gd name="connsiteY1" fmla="*/ 0 h 4045061"/>
              <a:gd name="connsiteX2" fmla="*/ 3529020 w 5021242"/>
              <a:gd name="connsiteY2" fmla="*/ 1395 h 4045061"/>
              <a:gd name="connsiteX3" fmla="*/ 5021242 w 5021242"/>
              <a:gd name="connsiteY3" fmla="*/ 2346307 h 4045061"/>
              <a:gd name="connsiteX4" fmla="*/ 3929980 w 5021242"/>
              <a:gd name="connsiteY4" fmla="*/ 4044124 h 4045061"/>
              <a:gd name="connsiteX5" fmla="*/ 0 w 5021242"/>
              <a:gd name="connsiteY5" fmla="*/ 4045061 h 4045061"/>
              <a:gd name="connsiteX0" fmla="*/ 0 w 5021242"/>
              <a:gd name="connsiteY0" fmla="*/ 4043666 h 4043666"/>
              <a:gd name="connsiteX1" fmla="*/ 2654081 w 5021242"/>
              <a:gd name="connsiteY1" fmla="*/ 851 h 4043666"/>
              <a:gd name="connsiteX2" fmla="*/ 3529020 w 5021242"/>
              <a:gd name="connsiteY2" fmla="*/ 0 h 4043666"/>
              <a:gd name="connsiteX3" fmla="*/ 5021242 w 5021242"/>
              <a:gd name="connsiteY3" fmla="*/ 2344912 h 4043666"/>
              <a:gd name="connsiteX4" fmla="*/ 3929980 w 5021242"/>
              <a:gd name="connsiteY4" fmla="*/ 4042729 h 4043666"/>
              <a:gd name="connsiteX5" fmla="*/ 0 w 5021242"/>
              <a:gd name="connsiteY5" fmla="*/ 4043666 h 4043666"/>
              <a:gd name="connsiteX0" fmla="*/ 0 w 4884082"/>
              <a:gd name="connsiteY0" fmla="*/ 4043666 h 4043666"/>
              <a:gd name="connsiteX1" fmla="*/ 2654081 w 4884082"/>
              <a:gd name="connsiteY1" fmla="*/ 851 h 4043666"/>
              <a:gd name="connsiteX2" fmla="*/ 3529020 w 4884082"/>
              <a:gd name="connsiteY2" fmla="*/ 0 h 4043666"/>
              <a:gd name="connsiteX3" fmla="*/ 4884082 w 4884082"/>
              <a:gd name="connsiteY3" fmla="*/ 2342667 h 4043666"/>
              <a:gd name="connsiteX4" fmla="*/ 3929980 w 4884082"/>
              <a:gd name="connsiteY4" fmla="*/ 4042729 h 4043666"/>
              <a:gd name="connsiteX5" fmla="*/ 0 w 4884082"/>
              <a:gd name="connsiteY5" fmla="*/ 4043666 h 4043666"/>
              <a:gd name="connsiteX0" fmla="*/ 0 w 5018385"/>
              <a:gd name="connsiteY0" fmla="*/ 4043666 h 4043666"/>
              <a:gd name="connsiteX1" fmla="*/ 2654081 w 5018385"/>
              <a:gd name="connsiteY1" fmla="*/ 851 h 4043666"/>
              <a:gd name="connsiteX2" fmla="*/ 3529020 w 5018385"/>
              <a:gd name="connsiteY2" fmla="*/ 0 h 4043666"/>
              <a:gd name="connsiteX3" fmla="*/ 5018385 w 5018385"/>
              <a:gd name="connsiteY3" fmla="*/ 2344912 h 4043666"/>
              <a:gd name="connsiteX4" fmla="*/ 3929980 w 5018385"/>
              <a:gd name="connsiteY4" fmla="*/ 4042729 h 4043666"/>
              <a:gd name="connsiteX5" fmla="*/ 0 w 5018385"/>
              <a:gd name="connsiteY5" fmla="*/ 4043666 h 4043666"/>
              <a:gd name="connsiteX0" fmla="*/ 0 w 5018385"/>
              <a:gd name="connsiteY0" fmla="*/ 4043666 h 4043666"/>
              <a:gd name="connsiteX1" fmla="*/ 2654081 w 5018385"/>
              <a:gd name="connsiteY1" fmla="*/ 851 h 4043666"/>
              <a:gd name="connsiteX2" fmla="*/ 3529020 w 5018385"/>
              <a:gd name="connsiteY2" fmla="*/ 0 h 4043666"/>
              <a:gd name="connsiteX3" fmla="*/ 5018385 w 5018385"/>
              <a:gd name="connsiteY3" fmla="*/ 2344912 h 4043666"/>
              <a:gd name="connsiteX4" fmla="*/ 3787105 w 5018385"/>
              <a:gd name="connsiteY4" fmla="*/ 3959656 h 4043666"/>
              <a:gd name="connsiteX5" fmla="*/ 0 w 5018385"/>
              <a:gd name="connsiteY5" fmla="*/ 4043666 h 4043666"/>
              <a:gd name="connsiteX0" fmla="*/ 0 w 5018385"/>
              <a:gd name="connsiteY0" fmla="*/ 4043666 h 4043666"/>
              <a:gd name="connsiteX1" fmla="*/ 2654081 w 5018385"/>
              <a:gd name="connsiteY1" fmla="*/ 851 h 4043666"/>
              <a:gd name="connsiteX2" fmla="*/ 3529020 w 5018385"/>
              <a:gd name="connsiteY2" fmla="*/ 0 h 4043666"/>
              <a:gd name="connsiteX3" fmla="*/ 5018385 w 5018385"/>
              <a:gd name="connsiteY3" fmla="*/ 2344912 h 4043666"/>
              <a:gd name="connsiteX4" fmla="*/ 3935695 w 5018385"/>
              <a:gd name="connsiteY4" fmla="*/ 4042729 h 4043666"/>
              <a:gd name="connsiteX5" fmla="*/ 0 w 5018385"/>
              <a:gd name="connsiteY5" fmla="*/ 4043666 h 4043666"/>
              <a:gd name="connsiteX0" fmla="*/ 0 w 4992667"/>
              <a:gd name="connsiteY0" fmla="*/ 4005497 h 4042729"/>
              <a:gd name="connsiteX1" fmla="*/ 2628363 w 4992667"/>
              <a:gd name="connsiteY1" fmla="*/ 851 h 4042729"/>
              <a:gd name="connsiteX2" fmla="*/ 3503302 w 4992667"/>
              <a:gd name="connsiteY2" fmla="*/ 0 h 4042729"/>
              <a:gd name="connsiteX3" fmla="*/ 4992667 w 4992667"/>
              <a:gd name="connsiteY3" fmla="*/ 2344912 h 4042729"/>
              <a:gd name="connsiteX4" fmla="*/ 3909977 w 4992667"/>
              <a:gd name="connsiteY4" fmla="*/ 4042729 h 4042729"/>
              <a:gd name="connsiteX5" fmla="*/ 0 w 4992667"/>
              <a:gd name="connsiteY5" fmla="*/ 4005497 h 4042729"/>
              <a:gd name="connsiteX0" fmla="*/ 0 w 5015527"/>
              <a:gd name="connsiteY0" fmla="*/ 4045911 h 4045911"/>
              <a:gd name="connsiteX1" fmla="*/ 2651223 w 5015527"/>
              <a:gd name="connsiteY1" fmla="*/ 851 h 4045911"/>
              <a:gd name="connsiteX2" fmla="*/ 3526162 w 5015527"/>
              <a:gd name="connsiteY2" fmla="*/ 0 h 4045911"/>
              <a:gd name="connsiteX3" fmla="*/ 5015527 w 5015527"/>
              <a:gd name="connsiteY3" fmla="*/ 2344912 h 4045911"/>
              <a:gd name="connsiteX4" fmla="*/ 3932837 w 5015527"/>
              <a:gd name="connsiteY4" fmla="*/ 4042729 h 4045911"/>
              <a:gd name="connsiteX5" fmla="*/ 0 w 5015527"/>
              <a:gd name="connsiteY5" fmla="*/ 4045911 h 4045911"/>
              <a:gd name="connsiteX0" fmla="*/ 0 w 5015527"/>
              <a:gd name="connsiteY0" fmla="*/ 4045911 h 4047058"/>
              <a:gd name="connsiteX1" fmla="*/ 2651223 w 5015527"/>
              <a:gd name="connsiteY1" fmla="*/ 851 h 4047058"/>
              <a:gd name="connsiteX2" fmla="*/ 3526162 w 5015527"/>
              <a:gd name="connsiteY2" fmla="*/ 0 h 4047058"/>
              <a:gd name="connsiteX3" fmla="*/ 5015527 w 5015527"/>
              <a:gd name="connsiteY3" fmla="*/ 2344912 h 4047058"/>
              <a:gd name="connsiteX4" fmla="*/ 3930083 w 5015527"/>
              <a:gd name="connsiteY4" fmla="*/ 4047058 h 4047058"/>
              <a:gd name="connsiteX5" fmla="*/ 0 w 5015527"/>
              <a:gd name="connsiteY5" fmla="*/ 4045911 h 4047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15527" h="4047058">
                <a:moveTo>
                  <a:pt x="0" y="4045911"/>
                </a:moveTo>
                <a:lnTo>
                  <a:pt x="2651223" y="851"/>
                </a:lnTo>
                <a:lnTo>
                  <a:pt x="3526162" y="0"/>
                </a:lnTo>
                <a:lnTo>
                  <a:pt x="5015527" y="2344912"/>
                </a:lnTo>
                <a:lnTo>
                  <a:pt x="3930083" y="4047058"/>
                </a:lnTo>
                <a:lnTo>
                  <a:pt x="0" y="4045911"/>
                </a:lnTo>
                <a:close/>
              </a:path>
            </a:pathLst>
          </a:custGeo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576000" bIns="0" anchor="ctr" anchorCtr="0"/>
          <a:lstStyle>
            <a:lvl1pPr algn="ctr">
              <a:defRPr lang="en-GB" sz="1200" dirty="0"/>
            </a:lvl1pPr>
          </a:lstStyle>
          <a:p>
            <a:pPr lvl="0"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527075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folie Dank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"/>
          <p:cNvSpPr>
            <a:spLocks noGrp="1"/>
          </p:cNvSpPr>
          <p:nvPr userDrawn="1">
            <p:ph idx="1"/>
          </p:nvPr>
        </p:nvSpPr>
        <p:spPr>
          <a:xfrm>
            <a:off x="537088" y="2203886"/>
            <a:ext cx="8058370" cy="16184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ts val="1200"/>
              </a:lnSpc>
              <a:defRPr sz="10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8" name="Titel 1">
            <a:extLst>
              <a:ext uri="{FF2B5EF4-FFF2-40B4-BE49-F238E27FC236}">
                <a16:creationId xmlns:a16="http://schemas.microsoft.com/office/drawing/2014/main" id="{8673C2C9-9E24-45D3-9F6E-00D1E769D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1217533"/>
            <a:ext cx="8064500" cy="779709"/>
          </a:xfrm>
          <a:prstGeom prst="rect">
            <a:avLst/>
          </a:prstGeom>
        </p:spPr>
        <p:txBody>
          <a:bodyPr lIns="0" tIns="0" rIns="0" bIns="0" anchor="t" anchorCtr="0"/>
          <a:lstStyle>
            <a:lvl1pPr>
              <a:lnSpc>
                <a:spcPts val="3100"/>
              </a:lnSpc>
              <a:defRPr sz="2800"/>
            </a:lvl1pPr>
          </a:lstStyle>
          <a:p>
            <a:r>
              <a:rPr lang="de-DE" dirty="0"/>
              <a:t>Mastertitelformat bearbeiten</a:t>
            </a:r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6AC34E01-B86D-4E79-B903-69D57631908F}"/>
              </a:ext>
            </a:extLst>
          </p:cNvPr>
          <p:cNvGrpSpPr/>
          <p:nvPr userDrawn="1"/>
        </p:nvGrpSpPr>
        <p:grpSpPr>
          <a:xfrm>
            <a:off x="0" y="2608263"/>
            <a:ext cx="9144000" cy="2535237"/>
            <a:chOff x="0" y="2608263"/>
            <a:chExt cx="9144000" cy="2535237"/>
          </a:xfrm>
        </p:grpSpPr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4A70D063-63E3-43E9-943C-6A353929813F}"/>
                </a:ext>
              </a:extLst>
            </p:cNvPr>
            <p:cNvSpPr/>
            <p:nvPr userDrawn="1"/>
          </p:nvSpPr>
          <p:spPr>
            <a:xfrm>
              <a:off x="4991100" y="2608263"/>
              <a:ext cx="4152900" cy="2535237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0D4017EB-B2A5-4D7A-8CBD-CC6EF0BE4BD1}"/>
                </a:ext>
              </a:extLst>
            </p:cNvPr>
            <p:cNvSpPr/>
            <p:nvPr userDrawn="1"/>
          </p:nvSpPr>
          <p:spPr>
            <a:xfrm>
              <a:off x="0" y="2608263"/>
              <a:ext cx="4152900" cy="25352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5" name="Parallelogramm 14">
              <a:extLst>
                <a:ext uri="{FF2B5EF4-FFF2-40B4-BE49-F238E27FC236}">
                  <a16:creationId xmlns:a16="http://schemas.microsoft.com/office/drawing/2014/main" id="{FBC19C50-14C1-468C-8A9D-02D7A3C2DF00}"/>
                </a:ext>
              </a:extLst>
            </p:cNvPr>
            <p:cNvSpPr/>
            <p:nvPr userDrawn="1"/>
          </p:nvSpPr>
          <p:spPr>
            <a:xfrm>
              <a:off x="1379887" y="2608263"/>
              <a:ext cx="5757861" cy="2535237"/>
            </a:xfrm>
            <a:prstGeom prst="parallelogram">
              <a:avLst>
                <a:gd name="adj" fmla="val 50527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" name="Parallelogramm 15">
              <a:extLst>
                <a:ext uri="{FF2B5EF4-FFF2-40B4-BE49-F238E27FC236}">
                  <a16:creationId xmlns:a16="http://schemas.microsoft.com/office/drawing/2014/main" id="{8318208A-96C9-4F6C-8572-61552609AB5C}"/>
                </a:ext>
              </a:extLst>
            </p:cNvPr>
            <p:cNvSpPr/>
            <p:nvPr userDrawn="1"/>
          </p:nvSpPr>
          <p:spPr>
            <a:xfrm flipH="1">
              <a:off x="2100964" y="2608263"/>
              <a:ext cx="5757861" cy="2535237"/>
            </a:xfrm>
            <a:prstGeom prst="parallelogram">
              <a:avLst>
                <a:gd name="adj" fmla="val 50527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1739155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zeilig Aufzählung 18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6" name="Textplatzhalt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539751" y="1347788"/>
            <a:ext cx="8069263" cy="3168650"/>
          </a:xfrm>
          <a:prstGeom prst="rect">
            <a:avLst/>
          </a:prstGeom>
        </p:spPr>
        <p:txBody>
          <a:bodyPr lIns="0" tIns="0" rIns="0" bIns="0"/>
          <a:lstStyle>
            <a:lvl1pPr marL="284400" indent="-284400">
              <a:lnSpc>
                <a:spcPts val="2100"/>
              </a:lnSpc>
              <a:spcBef>
                <a:spcPts val="1000"/>
              </a:spcBef>
              <a:defRPr sz="1800" baseline="0">
                <a:latin typeface="+mn-lt"/>
              </a:defRPr>
            </a:lvl1pPr>
            <a:lvl3pPr marL="568800" indent="-284400">
              <a:lnSpc>
                <a:spcPts val="2100"/>
              </a:lnSpc>
              <a:spcBef>
                <a:spcPts val="1000"/>
              </a:spcBef>
              <a:defRPr sz="1800" baseline="0">
                <a:latin typeface="+mn-lt"/>
              </a:defRPr>
            </a:lvl3pPr>
            <a:lvl4pPr marL="853200" indent="-284400">
              <a:lnSpc>
                <a:spcPts val="2100"/>
              </a:lnSpc>
              <a:spcBef>
                <a:spcPts val="1000"/>
              </a:spcBef>
              <a:defRPr sz="1800" baseline="0">
                <a:latin typeface="+mn-lt"/>
              </a:defRPr>
            </a:lvl4pPr>
            <a:lvl5pPr marL="1137600" indent="-284400">
              <a:lnSpc>
                <a:spcPts val="2100"/>
              </a:lnSpc>
              <a:spcBef>
                <a:spcPts val="1000"/>
              </a:spcBef>
              <a:defRPr sz="1800" baseline="0">
                <a:latin typeface="+mn-lt"/>
              </a:defRPr>
            </a:lvl5pPr>
            <a:lvl6pPr marL="1422000" indent="-284400">
              <a:lnSpc>
                <a:spcPts val="2100"/>
              </a:lnSpc>
              <a:spcBef>
                <a:spcPts val="1000"/>
              </a:spcBef>
              <a:defRPr sz="1800" baseline="0">
                <a:latin typeface="+mn-lt"/>
              </a:defRPr>
            </a:lvl6pPr>
            <a:lvl7pPr marL="1706400" indent="-284400">
              <a:lnSpc>
                <a:spcPts val="2100"/>
              </a:lnSpc>
              <a:spcBef>
                <a:spcPts val="1000"/>
              </a:spcBef>
              <a:defRPr sz="1800" baseline="0">
                <a:latin typeface="+mn-lt"/>
              </a:defRPr>
            </a:lvl7pPr>
            <a:lvl8pPr marL="1990800" indent="-284400">
              <a:lnSpc>
                <a:spcPts val="2100"/>
              </a:lnSpc>
              <a:spcBef>
                <a:spcPts val="1000"/>
              </a:spcBef>
              <a:defRPr sz="1800" baseline="0">
                <a:latin typeface="+mn-lt"/>
              </a:defRPr>
            </a:lvl8pPr>
            <a:lvl9pPr marL="2275200" indent="-284400">
              <a:lnSpc>
                <a:spcPts val="2100"/>
              </a:lnSpc>
              <a:spcBef>
                <a:spcPts val="1000"/>
              </a:spcBef>
              <a:defRPr sz="1800" baseline="0">
                <a:latin typeface="+mn-lt"/>
              </a:defRPr>
            </a:lvl9pPr>
          </a:lstStyle>
          <a:p>
            <a:pPr lvl="0"/>
            <a:r>
              <a:rPr lang="de-DE" dirty="0"/>
              <a:t>Erste Ebene</a:t>
            </a:r>
          </a:p>
          <a:p>
            <a:pPr lvl="2"/>
            <a:r>
              <a:rPr lang="de-DE" dirty="0"/>
              <a:t>Zweite Ebene</a:t>
            </a:r>
          </a:p>
          <a:p>
            <a:pPr lvl="3"/>
            <a:r>
              <a:rPr lang="de-DE" dirty="0"/>
              <a:t>Dritte Ebene</a:t>
            </a:r>
          </a:p>
          <a:p>
            <a:pPr lvl="4"/>
            <a:r>
              <a:rPr lang="de-DE" dirty="0"/>
              <a:t>Vierte Ebene</a:t>
            </a:r>
          </a:p>
          <a:p>
            <a:pPr lvl="5"/>
            <a:r>
              <a:rPr lang="de-DE" dirty="0"/>
              <a:t>Fünfte Ebene</a:t>
            </a:r>
          </a:p>
          <a:p>
            <a:pPr lvl="6"/>
            <a:r>
              <a:rPr lang="de-DE" dirty="0"/>
              <a:t>Sechste Ebene</a:t>
            </a:r>
          </a:p>
          <a:p>
            <a:pPr lvl="7"/>
            <a:r>
              <a:rPr lang="de-DE" dirty="0"/>
              <a:t>Siebte Ebene</a:t>
            </a:r>
          </a:p>
          <a:p>
            <a:pPr lvl="8"/>
            <a:r>
              <a:rPr lang="de-DE" dirty="0"/>
              <a:t>Achte Ebene</a:t>
            </a:r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539748" y="729250"/>
            <a:ext cx="8064502" cy="411369"/>
          </a:xfrm>
        </p:spPr>
        <p:txBody>
          <a:bodyPr wrap="none"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777381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zeilig Aufzählung 18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6" name="Textplatzhalt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539751" y="1635125"/>
            <a:ext cx="8069263" cy="2881313"/>
          </a:xfrm>
          <a:prstGeom prst="rect">
            <a:avLst/>
          </a:prstGeom>
        </p:spPr>
        <p:txBody>
          <a:bodyPr lIns="0" tIns="0" rIns="0" bIns="0"/>
          <a:lstStyle>
            <a:lvl1pPr marL="284400" indent="-284400">
              <a:lnSpc>
                <a:spcPts val="2100"/>
              </a:lnSpc>
              <a:spcBef>
                <a:spcPts val="1000"/>
              </a:spcBef>
              <a:defRPr sz="1800" baseline="0">
                <a:latin typeface="+mn-lt"/>
              </a:defRPr>
            </a:lvl1pPr>
            <a:lvl3pPr marL="568800" indent="-284400">
              <a:lnSpc>
                <a:spcPts val="2100"/>
              </a:lnSpc>
              <a:spcBef>
                <a:spcPts val="1000"/>
              </a:spcBef>
              <a:defRPr sz="1800" baseline="0">
                <a:latin typeface="+mn-lt"/>
              </a:defRPr>
            </a:lvl3pPr>
            <a:lvl4pPr marL="853200" indent="-284400">
              <a:lnSpc>
                <a:spcPts val="2100"/>
              </a:lnSpc>
              <a:spcBef>
                <a:spcPts val="1000"/>
              </a:spcBef>
              <a:defRPr sz="1800" baseline="0">
                <a:latin typeface="+mn-lt"/>
              </a:defRPr>
            </a:lvl4pPr>
            <a:lvl5pPr marL="1137600" indent="-284400">
              <a:lnSpc>
                <a:spcPts val="2100"/>
              </a:lnSpc>
              <a:spcBef>
                <a:spcPts val="1000"/>
              </a:spcBef>
              <a:defRPr sz="1800" baseline="0">
                <a:latin typeface="+mn-lt"/>
              </a:defRPr>
            </a:lvl5pPr>
            <a:lvl6pPr marL="1422000" indent="-284400">
              <a:lnSpc>
                <a:spcPts val="2100"/>
              </a:lnSpc>
              <a:spcBef>
                <a:spcPts val="1000"/>
              </a:spcBef>
              <a:defRPr sz="1800" baseline="0">
                <a:latin typeface="+mn-lt"/>
              </a:defRPr>
            </a:lvl6pPr>
            <a:lvl7pPr marL="1706400" indent="-284400">
              <a:lnSpc>
                <a:spcPts val="2100"/>
              </a:lnSpc>
              <a:spcBef>
                <a:spcPts val="1000"/>
              </a:spcBef>
              <a:defRPr sz="1800" baseline="0">
                <a:latin typeface="+mn-lt"/>
              </a:defRPr>
            </a:lvl7pPr>
            <a:lvl8pPr marL="1990800" indent="-284400">
              <a:lnSpc>
                <a:spcPts val="2100"/>
              </a:lnSpc>
              <a:spcBef>
                <a:spcPts val="1000"/>
              </a:spcBef>
              <a:defRPr sz="1800" baseline="0">
                <a:latin typeface="+mn-lt"/>
              </a:defRPr>
            </a:lvl8pPr>
            <a:lvl9pPr marL="2275200" indent="-284400">
              <a:lnSpc>
                <a:spcPts val="2100"/>
              </a:lnSpc>
              <a:spcBef>
                <a:spcPts val="1000"/>
              </a:spcBef>
              <a:defRPr sz="1800" baseline="0">
                <a:latin typeface="+mn-lt"/>
              </a:defRPr>
            </a:lvl9pPr>
          </a:lstStyle>
          <a:p>
            <a:pPr lvl="0"/>
            <a:r>
              <a:rPr lang="de-DE" dirty="0"/>
              <a:t>Erste Ebene</a:t>
            </a:r>
          </a:p>
          <a:p>
            <a:pPr lvl="2"/>
            <a:r>
              <a:rPr lang="de-DE" dirty="0"/>
              <a:t>Zweite Ebene</a:t>
            </a:r>
          </a:p>
          <a:p>
            <a:pPr lvl="3"/>
            <a:r>
              <a:rPr lang="de-DE" dirty="0"/>
              <a:t>Dritte Ebene</a:t>
            </a:r>
          </a:p>
          <a:p>
            <a:pPr lvl="4"/>
            <a:r>
              <a:rPr lang="de-DE" dirty="0"/>
              <a:t>Vierte Ebene</a:t>
            </a:r>
          </a:p>
          <a:p>
            <a:pPr lvl="5"/>
            <a:r>
              <a:rPr lang="de-DE" dirty="0"/>
              <a:t>Fünfte Ebene</a:t>
            </a:r>
          </a:p>
          <a:p>
            <a:pPr lvl="6"/>
            <a:r>
              <a:rPr lang="de-DE" dirty="0"/>
              <a:t>Sechste Ebene</a:t>
            </a:r>
          </a:p>
          <a:p>
            <a:pPr lvl="7"/>
            <a:r>
              <a:rPr lang="de-DE" dirty="0"/>
              <a:t>Siebte Ebene</a:t>
            </a:r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57E2BEC9-DE17-49F6-A9DF-997F8B1269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48" y="729251"/>
            <a:ext cx="8064502" cy="618538"/>
          </a:xfrm>
        </p:spPr>
        <p:txBody>
          <a:bodyPr wrap="none"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532080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zeilig Grafik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6" name="Diagrammplatzhalter 5"/>
          <p:cNvSpPr>
            <a:spLocks noGrp="1"/>
          </p:cNvSpPr>
          <p:nvPr>
            <p:ph type="chart" sz="quarter" idx="14"/>
          </p:nvPr>
        </p:nvSpPr>
        <p:spPr>
          <a:xfrm>
            <a:off x="539751" y="1347788"/>
            <a:ext cx="3960813" cy="3168650"/>
          </a:xfrm>
        </p:spPr>
        <p:txBody>
          <a:bodyPr/>
          <a:lstStyle>
            <a:lvl1pPr marL="0" indent="0">
              <a:lnSpc>
                <a:spcPts val="2100"/>
              </a:lnSpc>
              <a:buFontTx/>
              <a:buNone/>
              <a:defRPr/>
            </a:lvl1pPr>
          </a:lstStyle>
          <a:p>
            <a:endParaRPr lang="de-DE" dirty="0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5"/>
          </p:nvPr>
        </p:nvSpPr>
        <p:spPr>
          <a:xfrm>
            <a:off x="4643438" y="1347786"/>
            <a:ext cx="3960812" cy="3168650"/>
          </a:xfrm>
        </p:spPr>
        <p:txBody>
          <a:bodyPr/>
          <a:lstStyle>
            <a:lvl1pPr marL="0" indent="0">
              <a:lnSpc>
                <a:spcPts val="2100"/>
              </a:lnSpc>
              <a:buFontTx/>
              <a:buNone/>
              <a:defRPr/>
            </a:lvl1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B40DE734-A050-4998-B982-5BCCCE692D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48" y="735013"/>
            <a:ext cx="8064502" cy="396670"/>
          </a:xfrm>
        </p:spPr>
        <p:txBody>
          <a:bodyPr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226615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zeilig Grafik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6" name="Diagrammplatzhalter 5"/>
          <p:cNvSpPr>
            <a:spLocks noGrp="1"/>
          </p:cNvSpPr>
          <p:nvPr>
            <p:ph type="chart" sz="quarter" idx="14"/>
          </p:nvPr>
        </p:nvSpPr>
        <p:spPr>
          <a:xfrm>
            <a:off x="539748" y="1635124"/>
            <a:ext cx="3960813" cy="2881313"/>
          </a:xfrm>
        </p:spPr>
        <p:txBody>
          <a:bodyPr/>
          <a:lstStyle>
            <a:lvl1pPr marL="0" indent="0">
              <a:lnSpc>
                <a:spcPts val="2100"/>
              </a:lnSpc>
              <a:buFontTx/>
              <a:buNone/>
              <a:defRPr/>
            </a:lvl1pPr>
          </a:lstStyle>
          <a:p>
            <a:endParaRPr lang="de-DE" dirty="0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5"/>
          </p:nvPr>
        </p:nvSpPr>
        <p:spPr>
          <a:xfrm>
            <a:off x="4643438" y="1635125"/>
            <a:ext cx="3960812" cy="2881312"/>
          </a:xfrm>
        </p:spPr>
        <p:txBody>
          <a:bodyPr/>
          <a:lstStyle>
            <a:lvl1pPr marL="0" indent="0">
              <a:lnSpc>
                <a:spcPts val="2100"/>
              </a:lnSpc>
              <a:buFontTx/>
              <a:buNone/>
              <a:defRPr/>
            </a:lvl1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A9667F28-8F0E-45E9-9049-157BF7919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48" y="735013"/>
            <a:ext cx="8064502" cy="612775"/>
          </a:xfrm>
        </p:spPr>
        <p:txBody>
          <a:bodyPr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911495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zeilig 4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17" name="Inhaltsplatzhalter 11"/>
          <p:cNvSpPr>
            <a:spLocks noGrp="1"/>
          </p:cNvSpPr>
          <p:nvPr>
            <p:ph sz="quarter" idx="17"/>
          </p:nvPr>
        </p:nvSpPr>
        <p:spPr>
          <a:xfrm>
            <a:off x="4643438" y="1347788"/>
            <a:ext cx="3960813" cy="1530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dirty="0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11B4A430-EB2D-44A9-893B-275CFF0E38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48" y="735013"/>
            <a:ext cx="8064502" cy="396670"/>
          </a:xfrm>
        </p:spPr>
        <p:txBody>
          <a:bodyPr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  <p:sp>
        <p:nvSpPr>
          <p:cNvPr id="11" name="Inhaltsplatzhalter 11">
            <a:extLst>
              <a:ext uri="{FF2B5EF4-FFF2-40B4-BE49-F238E27FC236}">
                <a16:creationId xmlns:a16="http://schemas.microsoft.com/office/drawing/2014/main" id="{E3893E4A-D4AE-426D-9362-E402BE3ED336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648837" y="2986438"/>
            <a:ext cx="3960813" cy="1530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dirty="0"/>
          </a:p>
        </p:txBody>
      </p:sp>
      <p:sp>
        <p:nvSpPr>
          <p:cNvPr id="12" name="Inhaltsplatzhalter 11">
            <a:extLst>
              <a:ext uri="{FF2B5EF4-FFF2-40B4-BE49-F238E27FC236}">
                <a16:creationId xmlns:a16="http://schemas.microsoft.com/office/drawing/2014/main" id="{3F8FE128-61D1-4D07-9602-FC500448710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28951" y="1347788"/>
            <a:ext cx="3960813" cy="1530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dirty="0"/>
          </a:p>
        </p:txBody>
      </p:sp>
      <p:sp>
        <p:nvSpPr>
          <p:cNvPr id="13" name="Inhaltsplatzhalter 11">
            <a:extLst>
              <a:ext uri="{FF2B5EF4-FFF2-40B4-BE49-F238E27FC236}">
                <a16:creationId xmlns:a16="http://schemas.microsoft.com/office/drawing/2014/main" id="{3E35F8A6-8588-4AF8-8B51-A80A5446AC1E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534350" y="2986438"/>
            <a:ext cx="3960813" cy="1530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833385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01">
          <p15:clr>
            <a:srgbClr val="A4A3A4"/>
          </p15:clr>
        </p15:guide>
        <p15:guide id="2" orient="horz" pos="1869">
          <p15:clr>
            <a:srgbClr val="A4A3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zeilig 4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12" name="Inhaltsplatzhalter 11"/>
          <p:cNvSpPr>
            <a:spLocks noGrp="1"/>
          </p:cNvSpPr>
          <p:nvPr>
            <p:ph sz="quarter" idx="17"/>
          </p:nvPr>
        </p:nvSpPr>
        <p:spPr>
          <a:xfrm>
            <a:off x="4648838" y="1635125"/>
            <a:ext cx="3960813" cy="1386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dirty="0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31778350-B4FD-473A-92D2-B097255BC7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48" y="735013"/>
            <a:ext cx="8064502" cy="612775"/>
          </a:xfrm>
        </p:spPr>
        <p:txBody>
          <a:bodyPr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  <p:sp>
        <p:nvSpPr>
          <p:cNvPr id="14" name="Inhaltsplatzhalter 11">
            <a:extLst>
              <a:ext uri="{FF2B5EF4-FFF2-40B4-BE49-F238E27FC236}">
                <a16:creationId xmlns:a16="http://schemas.microsoft.com/office/drawing/2014/main" id="{A0854AF0-AC28-4DA3-A7DA-0BADE494152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648838" y="3129075"/>
            <a:ext cx="3960813" cy="1386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dirty="0"/>
          </a:p>
        </p:txBody>
      </p:sp>
      <p:sp>
        <p:nvSpPr>
          <p:cNvPr id="15" name="Inhaltsplatzhalter 11">
            <a:extLst>
              <a:ext uri="{FF2B5EF4-FFF2-40B4-BE49-F238E27FC236}">
                <a16:creationId xmlns:a16="http://schemas.microsoft.com/office/drawing/2014/main" id="{D2BA8517-1E35-4DD3-BDBC-C5A9F63B8FB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39750" y="1635125"/>
            <a:ext cx="3960813" cy="1386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dirty="0"/>
          </a:p>
        </p:txBody>
      </p:sp>
      <p:sp>
        <p:nvSpPr>
          <p:cNvPr id="17" name="Inhaltsplatzhalter 11">
            <a:extLst>
              <a:ext uri="{FF2B5EF4-FFF2-40B4-BE49-F238E27FC236}">
                <a16:creationId xmlns:a16="http://schemas.microsoft.com/office/drawing/2014/main" id="{E9F551E5-2121-4290-9B9F-E317FEDB567D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539750" y="3129075"/>
            <a:ext cx="3960813" cy="1386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686553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83">
          <p15:clr>
            <a:srgbClr val="A4A3A4"/>
          </p15:clr>
        </p15:guide>
        <p15:guide id="2" orient="horz" pos="1915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zeilig 6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11B4A430-EB2D-44A9-893B-275CFF0E38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48" y="735013"/>
            <a:ext cx="8064502" cy="396670"/>
          </a:xfrm>
        </p:spPr>
        <p:txBody>
          <a:bodyPr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  <p:sp>
        <p:nvSpPr>
          <p:cNvPr id="12" name="Inhaltsplatzhalter 11">
            <a:extLst>
              <a:ext uri="{FF2B5EF4-FFF2-40B4-BE49-F238E27FC236}">
                <a16:creationId xmlns:a16="http://schemas.microsoft.com/office/drawing/2014/main" id="{3F8FE128-61D1-4D07-9602-FC500448710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28951" y="1347788"/>
            <a:ext cx="2592000" cy="1530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dirty="0"/>
          </a:p>
        </p:txBody>
      </p:sp>
      <p:sp>
        <p:nvSpPr>
          <p:cNvPr id="13" name="Inhaltsplatzhalter 11">
            <a:extLst>
              <a:ext uri="{FF2B5EF4-FFF2-40B4-BE49-F238E27FC236}">
                <a16:creationId xmlns:a16="http://schemas.microsoft.com/office/drawing/2014/main" id="{3E35F8A6-8588-4AF8-8B51-A80A5446AC1E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534350" y="2986438"/>
            <a:ext cx="2592000" cy="1530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dirty="0"/>
          </a:p>
        </p:txBody>
      </p:sp>
      <p:sp>
        <p:nvSpPr>
          <p:cNvPr id="14" name="Inhaltsplatzhalter 11">
            <a:extLst>
              <a:ext uri="{FF2B5EF4-FFF2-40B4-BE49-F238E27FC236}">
                <a16:creationId xmlns:a16="http://schemas.microsoft.com/office/drawing/2014/main" id="{AF0D8FBF-A07C-4866-9389-B4137901E10E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3291266" y="1347788"/>
            <a:ext cx="2592000" cy="1530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dirty="0"/>
          </a:p>
        </p:txBody>
      </p:sp>
      <p:sp>
        <p:nvSpPr>
          <p:cNvPr id="15" name="Inhaltsplatzhalter 11">
            <a:extLst>
              <a:ext uri="{FF2B5EF4-FFF2-40B4-BE49-F238E27FC236}">
                <a16:creationId xmlns:a16="http://schemas.microsoft.com/office/drawing/2014/main" id="{79B65DD1-9D52-420C-AA23-0BCA4F6CBC97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3296665" y="2986438"/>
            <a:ext cx="2592000" cy="1530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dirty="0"/>
          </a:p>
        </p:txBody>
      </p:sp>
      <p:sp>
        <p:nvSpPr>
          <p:cNvPr id="16" name="Inhaltsplatzhalter 11">
            <a:extLst>
              <a:ext uri="{FF2B5EF4-FFF2-40B4-BE49-F238E27FC236}">
                <a16:creationId xmlns:a16="http://schemas.microsoft.com/office/drawing/2014/main" id="{2001BB61-9874-48F8-A34A-6F400FC38416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6011872" y="1347788"/>
            <a:ext cx="2592000" cy="1530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dirty="0"/>
          </a:p>
        </p:txBody>
      </p:sp>
      <p:sp>
        <p:nvSpPr>
          <p:cNvPr id="18" name="Inhaltsplatzhalter 11">
            <a:extLst>
              <a:ext uri="{FF2B5EF4-FFF2-40B4-BE49-F238E27FC236}">
                <a16:creationId xmlns:a16="http://schemas.microsoft.com/office/drawing/2014/main" id="{CD7D5465-DF3D-42F7-BAC6-FD3D33C123CB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6017650" y="2986438"/>
            <a:ext cx="2592000" cy="1530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132434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01">
          <p15:clr>
            <a:srgbClr val="A4A3A4"/>
          </p15:clr>
        </p15:guide>
        <p15:guide id="2" orient="horz" pos="1869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zeilig 6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12" name="Inhaltsplatzhalter 11"/>
          <p:cNvSpPr>
            <a:spLocks noGrp="1"/>
          </p:cNvSpPr>
          <p:nvPr>
            <p:ph sz="quarter" idx="17"/>
          </p:nvPr>
        </p:nvSpPr>
        <p:spPr>
          <a:xfrm>
            <a:off x="6026149" y="1635125"/>
            <a:ext cx="2592000" cy="1386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dirty="0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31778350-B4FD-473A-92D2-B097255BC7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48" y="735013"/>
            <a:ext cx="8064502" cy="612775"/>
          </a:xfrm>
        </p:spPr>
        <p:txBody>
          <a:bodyPr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  <p:sp>
        <p:nvSpPr>
          <p:cNvPr id="14" name="Inhaltsplatzhalter 11">
            <a:extLst>
              <a:ext uri="{FF2B5EF4-FFF2-40B4-BE49-F238E27FC236}">
                <a16:creationId xmlns:a16="http://schemas.microsoft.com/office/drawing/2014/main" id="{A0854AF0-AC28-4DA3-A7DA-0BADE494152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026149" y="3129075"/>
            <a:ext cx="2592000" cy="1386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dirty="0"/>
          </a:p>
        </p:txBody>
      </p:sp>
      <p:sp>
        <p:nvSpPr>
          <p:cNvPr id="15" name="Inhaltsplatzhalter 11">
            <a:extLst>
              <a:ext uri="{FF2B5EF4-FFF2-40B4-BE49-F238E27FC236}">
                <a16:creationId xmlns:a16="http://schemas.microsoft.com/office/drawing/2014/main" id="{D2BA8517-1E35-4DD3-BDBC-C5A9F63B8FB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39751" y="1635125"/>
            <a:ext cx="2592388" cy="1386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dirty="0"/>
          </a:p>
        </p:txBody>
      </p:sp>
      <p:sp>
        <p:nvSpPr>
          <p:cNvPr id="17" name="Inhaltsplatzhalter 11">
            <a:extLst>
              <a:ext uri="{FF2B5EF4-FFF2-40B4-BE49-F238E27FC236}">
                <a16:creationId xmlns:a16="http://schemas.microsoft.com/office/drawing/2014/main" id="{E9F551E5-2121-4290-9B9F-E317FEDB567D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539750" y="3129075"/>
            <a:ext cx="2592389" cy="1386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dirty="0"/>
          </a:p>
        </p:txBody>
      </p:sp>
      <p:sp>
        <p:nvSpPr>
          <p:cNvPr id="16" name="Inhaltsplatzhalter 11">
            <a:extLst>
              <a:ext uri="{FF2B5EF4-FFF2-40B4-BE49-F238E27FC236}">
                <a16:creationId xmlns:a16="http://schemas.microsoft.com/office/drawing/2014/main" id="{B528CB7A-D7D9-468E-81A2-9CF75ED72274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3290888" y="1635125"/>
            <a:ext cx="2592000" cy="1386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dirty="0"/>
          </a:p>
        </p:txBody>
      </p:sp>
      <p:sp>
        <p:nvSpPr>
          <p:cNvPr id="18" name="Inhaltsplatzhalter 11">
            <a:extLst>
              <a:ext uri="{FF2B5EF4-FFF2-40B4-BE49-F238E27FC236}">
                <a16:creationId xmlns:a16="http://schemas.microsoft.com/office/drawing/2014/main" id="{A034FE27-32BF-4AC2-ABB1-F6000E7953CF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3290888" y="3129075"/>
            <a:ext cx="2592000" cy="1386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510387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83">
          <p15:clr>
            <a:srgbClr val="A4A3A4"/>
          </p15:clr>
        </p15:guide>
        <p15:guide id="2" orient="horz" pos="1915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zeilig Text 2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8" name="Textplatzhalt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539751" y="1347788"/>
            <a:ext cx="3960813" cy="3168650"/>
          </a:xfrm>
        </p:spPr>
        <p:txBody>
          <a:bodyPr/>
          <a:lstStyle>
            <a:lvl1pPr marL="0" indent="0">
              <a:lnSpc>
                <a:spcPts val="2100"/>
              </a:lnSpc>
              <a:buFontTx/>
              <a:buNone/>
              <a:defRPr sz="18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9" name="Textplatzhalt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4643438" y="1347788"/>
            <a:ext cx="3960812" cy="3168649"/>
          </a:xfrm>
        </p:spPr>
        <p:txBody>
          <a:bodyPr/>
          <a:lstStyle>
            <a:lvl1pPr marL="0" indent="0">
              <a:lnSpc>
                <a:spcPts val="2100"/>
              </a:lnSpc>
              <a:buFontTx/>
              <a:buNone/>
              <a:defRPr sz="18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EC54753E-16AB-4476-8E1B-A6ED418D30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48" y="729250"/>
            <a:ext cx="8064502" cy="411369"/>
          </a:xfrm>
        </p:spPr>
        <p:txBody>
          <a:bodyPr wrap="none"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24515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zeilig Text 2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39748" y="735013"/>
            <a:ext cx="8064502" cy="612775"/>
          </a:xfrm>
        </p:spPr>
        <p:txBody>
          <a:bodyPr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7" name="Textplatzhalt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539751" y="1635125"/>
            <a:ext cx="3960813" cy="2881313"/>
          </a:xfrm>
        </p:spPr>
        <p:txBody>
          <a:bodyPr/>
          <a:lstStyle>
            <a:lvl1pPr marL="0" indent="0">
              <a:lnSpc>
                <a:spcPts val="2100"/>
              </a:lnSpc>
              <a:buFontTx/>
              <a:buNone/>
              <a:defRPr sz="18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8" name="Textplatzhalt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4643438" y="1635125"/>
            <a:ext cx="3960812" cy="2881312"/>
          </a:xfrm>
        </p:spPr>
        <p:txBody>
          <a:bodyPr/>
          <a:lstStyle>
            <a:lvl1pPr marL="0" indent="0">
              <a:lnSpc>
                <a:spcPts val="2100"/>
              </a:lnSpc>
              <a:buFontTx/>
              <a:buNone/>
              <a:defRPr sz="18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4561435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zeilig Text 3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8" name="Textplatzhalt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539751" y="1347788"/>
            <a:ext cx="2592387" cy="3168650"/>
          </a:xfrm>
        </p:spPr>
        <p:txBody>
          <a:bodyPr/>
          <a:lstStyle>
            <a:lvl1pPr marL="0" indent="0">
              <a:lnSpc>
                <a:spcPts val="2100"/>
              </a:lnSpc>
              <a:buFontTx/>
              <a:buNone/>
              <a:defRPr sz="18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EC54753E-16AB-4476-8E1B-A6ED418D30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48" y="729250"/>
            <a:ext cx="8064502" cy="411369"/>
          </a:xfrm>
        </p:spPr>
        <p:txBody>
          <a:bodyPr wrap="none"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  <p:sp>
        <p:nvSpPr>
          <p:cNvPr id="12" name="Textplatzhalter 13">
            <a:extLst>
              <a:ext uri="{FF2B5EF4-FFF2-40B4-BE49-F238E27FC236}">
                <a16:creationId xmlns:a16="http://schemas.microsoft.com/office/drawing/2014/main" id="{E34E4F51-448C-4315-9D34-5713BF41ACB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78507" y="1347788"/>
            <a:ext cx="2592387" cy="3168650"/>
          </a:xfrm>
        </p:spPr>
        <p:txBody>
          <a:bodyPr/>
          <a:lstStyle>
            <a:lvl1pPr marL="0" indent="0">
              <a:lnSpc>
                <a:spcPts val="2100"/>
              </a:lnSpc>
              <a:buFontTx/>
              <a:buNone/>
              <a:defRPr sz="18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3" name="Textplatzhalter 13">
            <a:extLst>
              <a:ext uri="{FF2B5EF4-FFF2-40B4-BE49-F238E27FC236}">
                <a16:creationId xmlns:a16="http://schemas.microsoft.com/office/drawing/2014/main" id="{4585D4AD-2687-4FE5-AA07-FE6B1ABB439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17263" y="1347788"/>
            <a:ext cx="2592387" cy="3168650"/>
          </a:xfrm>
        </p:spPr>
        <p:txBody>
          <a:bodyPr/>
          <a:lstStyle>
            <a:lvl1pPr marL="0" indent="0">
              <a:lnSpc>
                <a:spcPts val="2100"/>
              </a:lnSpc>
              <a:buFontTx/>
              <a:buNone/>
              <a:defRPr sz="18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7949369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zeilig Text 3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39748" y="735013"/>
            <a:ext cx="8064502" cy="612775"/>
          </a:xfrm>
        </p:spPr>
        <p:txBody>
          <a:bodyPr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7" name="Textplatzhalt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539751" y="1635125"/>
            <a:ext cx="2592387" cy="2881313"/>
          </a:xfrm>
        </p:spPr>
        <p:txBody>
          <a:bodyPr/>
          <a:lstStyle>
            <a:lvl1pPr marL="0" indent="0">
              <a:lnSpc>
                <a:spcPts val="2100"/>
              </a:lnSpc>
              <a:buFontTx/>
              <a:buNone/>
              <a:defRPr sz="18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9" name="Textplatzhalter 13">
            <a:extLst>
              <a:ext uri="{FF2B5EF4-FFF2-40B4-BE49-F238E27FC236}">
                <a16:creationId xmlns:a16="http://schemas.microsoft.com/office/drawing/2014/main" id="{F61A0D41-6B7F-4506-AD1B-65357D7090C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17263" y="1635125"/>
            <a:ext cx="2592387" cy="2881313"/>
          </a:xfrm>
        </p:spPr>
        <p:txBody>
          <a:bodyPr/>
          <a:lstStyle>
            <a:lvl1pPr marL="0" indent="0">
              <a:lnSpc>
                <a:spcPts val="2100"/>
              </a:lnSpc>
              <a:buFontTx/>
              <a:buNone/>
              <a:defRPr sz="18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0" name="Textplatzhalter 13">
            <a:extLst>
              <a:ext uri="{FF2B5EF4-FFF2-40B4-BE49-F238E27FC236}">
                <a16:creationId xmlns:a16="http://schemas.microsoft.com/office/drawing/2014/main" id="{FF784F38-3BDB-4633-AE58-414D4B3AF1F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82877" y="1635125"/>
            <a:ext cx="2592387" cy="2881313"/>
          </a:xfrm>
        </p:spPr>
        <p:txBody>
          <a:bodyPr/>
          <a:lstStyle>
            <a:lvl1pPr marL="0" indent="0">
              <a:lnSpc>
                <a:spcPts val="2100"/>
              </a:lnSpc>
              <a:buFontTx/>
              <a:buNone/>
              <a:defRPr sz="18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97408960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zeilig Aufzählung 14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platzhalter 9"/>
          <p:cNvSpPr>
            <a:spLocks noGrp="1"/>
          </p:cNvSpPr>
          <p:nvPr>
            <p:ph type="body" sz="quarter" idx="14" hasCustomPrompt="1"/>
          </p:nvPr>
        </p:nvSpPr>
        <p:spPr>
          <a:xfrm>
            <a:off x="539750" y="1347788"/>
            <a:ext cx="8064500" cy="316865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 marL="853200">
              <a:defRPr>
                <a:latin typeface="+mn-lt"/>
              </a:defRPr>
            </a:lvl3pPr>
            <a:lvl4pPr marL="1137600">
              <a:defRPr>
                <a:latin typeface="+mn-lt"/>
              </a:defRPr>
            </a:lvl4pPr>
            <a:lvl5pPr marL="1422000">
              <a:defRPr>
                <a:latin typeface="+mn-lt"/>
              </a:defRPr>
            </a:lvl5pPr>
            <a:lvl6pPr marL="1706400">
              <a:defRPr>
                <a:latin typeface="+mn-lt"/>
              </a:defRPr>
            </a:lvl6pPr>
            <a:lvl7pPr marL="1990800">
              <a:defRPr>
                <a:latin typeface="+mn-lt"/>
              </a:defRPr>
            </a:lvl7pPr>
            <a:lvl8pPr marL="2275200">
              <a:defRPr>
                <a:latin typeface="+mn-lt"/>
              </a:defRPr>
            </a:lvl8pPr>
            <a:lvl9pPr marL="2559600">
              <a:defRPr baseline="0">
                <a:latin typeface="+mn-lt"/>
              </a:defRPr>
            </a:lvl9pPr>
          </a:lstStyle>
          <a:p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8" name="Titelplatzhalter 9">
            <a:extLst>
              <a:ext uri="{FF2B5EF4-FFF2-40B4-BE49-F238E27FC236}">
                <a16:creationId xmlns:a16="http://schemas.microsoft.com/office/drawing/2014/main" id="{1078F63C-E67D-447C-9587-11C304B96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880" y="735013"/>
            <a:ext cx="8064502" cy="34677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CH" dirty="0"/>
              <a:t>Mastertitelformat bearbeiten</a:t>
            </a:r>
            <a:endParaRPr lang="de-DE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A658D9A-D362-4E60-8D9D-D3CCBCAC1E1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628D55B-F0F9-4553-A366-20529D5A0F7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ADDFC55-CD46-43B8-BBB6-745DA8F8252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5910386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zeilig Aufzählung 14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platzhalter 9"/>
          <p:cNvSpPr>
            <a:spLocks noGrp="1"/>
          </p:cNvSpPr>
          <p:nvPr>
            <p:ph type="body" sz="quarter" idx="14" hasCustomPrompt="1"/>
          </p:nvPr>
        </p:nvSpPr>
        <p:spPr>
          <a:xfrm>
            <a:off x="539750" y="1635125"/>
            <a:ext cx="8064500" cy="2881313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 marL="853200">
              <a:defRPr>
                <a:latin typeface="+mn-lt"/>
              </a:defRPr>
            </a:lvl3pPr>
            <a:lvl4pPr marL="1137600">
              <a:defRPr>
                <a:latin typeface="+mn-lt"/>
              </a:defRPr>
            </a:lvl4pPr>
            <a:lvl5pPr marL="1422000">
              <a:defRPr>
                <a:latin typeface="+mn-lt"/>
              </a:defRPr>
            </a:lvl5pPr>
            <a:lvl6pPr marL="1706400">
              <a:defRPr>
                <a:latin typeface="+mn-lt"/>
              </a:defRPr>
            </a:lvl6pPr>
            <a:lvl7pPr marL="1990800">
              <a:defRPr>
                <a:latin typeface="+mn-lt"/>
              </a:defRPr>
            </a:lvl7pPr>
            <a:lvl8pPr marL="2275200">
              <a:defRPr>
                <a:latin typeface="+mn-lt"/>
              </a:defRPr>
            </a:lvl8pPr>
            <a:lvl9pPr marL="2559600">
              <a:defRPr baseline="0">
                <a:latin typeface="+mn-lt"/>
              </a:defRPr>
            </a:lvl9pPr>
          </a:lstStyle>
          <a:p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</p:txBody>
      </p:sp>
      <p:sp>
        <p:nvSpPr>
          <p:cNvPr id="8" name="Titelplatzhalter 9">
            <a:extLst>
              <a:ext uri="{FF2B5EF4-FFF2-40B4-BE49-F238E27FC236}">
                <a16:creationId xmlns:a16="http://schemas.microsoft.com/office/drawing/2014/main" id="{CA098561-4FE8-40A7-9C05-EBA73B8F5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880" y="735013"/>
            <a:ext cx="8064502" cy="61277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CH" dirty="0"/>
              <a:t>Mastertitelformat bearbeiten</a:t>
            </a:r>
            <a:endParaRPr lang="de-DE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54362AD-DCA6-4691-8F60-5C3F6D9C7A2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2C569EC-8102-496F-9A59-602276FD5F9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6C7BA41-C6B5-4E40-B912-D7E3D397AE3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0323151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zeilig Grafik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iagrammplatzhalter 5"/>
          <p:cNvSpPr>
            <a:spLocks noGrp="1"/>
          </p:cNvSpPr>
          <p:nvPr>
            <p:ph type="chart" sz="quarter" idx="14"/>
          </p:nvPr>
        </p:nvSpPr>
        <p:spPr>
          <a:xfrm>
            <a:off x="539748" y="1347786"/>
            <a:ext cx="3960813" cy="3168652"/>
          </a:xfrm>
        </p:spPr>
        <p:txBody>
          <a:bodyPr/>
          <a:lstStyle>
            <a:lvl1pPr marL="0" indent="0">
              <a:lnSpc>
                <a:spcPts val="1700"/>
              </a:lnSpc>
              <a:buFontTx/>
              <a:buNone/>
              <a:defRPr/>
            </a:lvl1pPr>
          </a:lstStyle>
          <a:p>
            <a:endParaRPr lang="de-DE" dirty="0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5"/>
          </p:nvPr>
        </p:nvSpPr>
        <p:spPr>
          <a:xfrm>
            <a:off x="4643438" y="1347786"/>
            <a:ext cx="3960812" cy="3168652"/>
          </a:xfrm>
        </p:spPr>
        <p:txBody>
          <a:bodyPr/>
          <a:lstStyle>
            <a:lvl1pPr marL="0" indent="0">
              <a:lnSpc>
                <a:spcPts val="1700"/>
              </a:lnSpc>
              <a:buFontTx/>
              <a:buNone/>
              <a:defRPr/>
            </a:lvl1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B40DE734-A050-4998-B982-5BCCCE692D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48" y="735013"/>
            <a:ext cx="8064502" cy="396670"/>
          </a:xfrm>
        </p:spPr>
        <p:txBody>
          <a:bodyPr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9CDDBD1-2B5F-4590-B9C1-284DC2327953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FF72F00D-6964-42BD-93AC-CAD44499877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10BF42BC-CBB9-41A4-BE48-83465225F07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382175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zeilig Grafik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iagrammplatzhalter 5"/>
          <p:cNvSpPr>
            <a:spLocks noGrp="1"/>
          </p:cNvSpPr>
          <p:nvPr>
            <p:ph type="chart" sz="quarter" idx="14"/>
          </p:nvPr>
        </p:nvSpPr>
        <p:spPr>
          <a:xfrm>
            <a:off x="539748" y="1635125"/>
            <a:ext cx="3960813" cy="2881313"/>
          </a:xfrm>
        </p:spPr>
        <p:txBody>
          <a:bodyPr/>
          <a:lstStyle>
            <a:lvl1pPr marL="0" indent="0">
              <a:lnSpc>
                <a:spcPts val="1700"/>
              </a:lnSpc>
              <a:buFontTx/>
              <a:buNone/>
              <a:defRPr/>
            </a:lvl1pPr>
          </a:lstStyle>
          <a:p>
            <a:endParaRPr lang="de-DE" dirty="0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5"/>
          </p:nvPr>
        </p:nvSpPr>
        <p:spPr>
          <a:xfrm>
            <a:off x="4643438" y="1635125"/>
            <a:ext cx="3960812" cy="2881313"/>
          </a:xfrm>
        </p:spPr>
        <p:txBody>
          <a:bodyPr/>
          <a:lstStyle>
            <a:lvl1pPr marL="0" indent="0">
              <a:lnSpc>
                <a:spcPts val="1700"/>
              </a:lnSpc>
              <a:buFontTx/>
              <a:buNone/>
              <a:defRPr/>
            </a:lvl1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A9667F28-8F0E-45E9-9049-157BF7919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48" y="735013"/>
            <a:ext cx="8064502" cy="612775"/>
          </a:xfrm>
        </p:spPr>
        <p:txBody>
          <a:bodyPr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BE8BCB2-59A7-43B5-9F67-BAF961FD360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1D6CFA7A-72A0-4FEE-9BC5-8BC8EEB683B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FC316F5-00D7-47DB-A7E2-E9A1062AFEC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062858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zeilig Tex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539751" y="1347789"/>
            <a:ext cx="3960813" cy="3168650"/>
          </a:xfrm>
        </p:spPr>
        <p:txBody>
          <a:bodyPr/>
          <a:lstStyle>
            <a:lvl1pPr marL="0" indent="0">
              <a:lnSpc>
                <a:spcPts val="1700"/>
              </a:lnSpc>
              <a:buFontTx/>
              <a:buNone/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/>
          </p:nvPr>
        </p:nvSpPr>
        <p:spPr>
          <a:xfrm>
            <a:off x="4650382" y="1347788"/>
            <a:ext cx="3960000" cy="1530000"/>
          </a:xfrm>
        </p:spPr>
        <p:txBody>
          <a:bodyPr/>
          <a:lstStyle>
            <a:lvl1pPr marL="0" indent="0">
              <a:lnSpc>
                <a:spcPts val="1700"/>
              </a:lnSpc>
              <a:buFontTx/>
              <a:buNone/>
              <a:defRPr/>
            </a:lvl1pPr>
          </a:lstStyle>
          <a:p>
            <a:endParaRPr lang="de-DE" dirty="0"/>
          </a:p>
        </p:txBody>
      </p:sp>
      <p:sp>
        <p:nvSpPr>
          <p:cNvPr id="9" name="Titelplatzhalter 9">
            <a:extLst>
              <a:ext uri="{FF2B5EF4-FFF2-40B4-BE49-F238E27FC236}">
                <a16:creationId xmlns:a16="http://schemas.microsoft.com/office/drawing/2014/main" id="{EAD4A3A8-78FD-40B0-89EE-0F158B944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880" y="735013"/>
            <a:ext cx="8064502" cy="37077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CH" dirty="0"/>
              <a:t>Mastertitelformat bearbeiten</a:t>
            </a:r>
            <a:endParaRPr lang="de-DE" dirty="0"/>
          </a:p>
        </p:txBody>
      </p:sp>
      <p:sp>
        <p:nvSpPr>
          <p:cNvPr id="12" name="Bildplatzhalter 2">
            <a:extLst>
              <a:ext uri="{FF2B5EF4-FFF2-40B4-BE49-F238E27FC236}">
                <a16:creationId xmlns:a16="http://schemas.microsoft.com/office/drawing/2014/main" id="{C9983ED2-2F2C-46E9-A857-B72B4B91E8A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43438" y="2986438"/>
            <a:ext cx="3960000" cy="1530000"/>
          </a:xfrm>
        </p:spPr>
        <p:txBody>
          <a:bodyPr/>
          <a:lstStyle>
            <a:lvl1pPr marL="0" indent="0">
              <a:lnSpc>
                <a:spcPts val="1700"/>
              </a:lnSpc>
              <a:buFontTx/>
              <a:buNone/>
              <a:defRPr/>
            </a:lvl1pPr>
          </a:lstStyle>
          <a:p>
            <a:endParaRPr lang="de-DE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C3DEA4B-0DBE-4951-843B-C24B68FC75C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787510C-34B3-40A6-88C4-C03617CF0E0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68D6E12-BDD7-4A92-84CE-368D6B816F5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729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01" userDrawn="1">
          <p15:clr>
            <a:srgbClr val="A4A3A4"/>
          </p15:clr>
        </p15:guide>
        <p15:guide id="2" orient="horz" pos="1869" userDrawn="1">
          <p15:clr>
            <a:srgbClr val="A4A3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zeilig Tex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platzhalt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539751" y="1635125"/>
            <a:ext cx="3960813" cy="2881311"/>
          </a:xfrm>
        </p:spPr>
        <p:txBody>
          <a:bodyPr/>
          <a:lstStyle>
            <a:lvl1pPr marL="0" indent="0">
              <a:lnSpc>
                <a:spcPts val="1700"/>
              </a:lnSpc>
              <a:buFontTx/>
              <a:buNone/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0" name="Bildplatzhalter 2"/>
          <p:cNvSpPr>
            <a:spLocks noGrp="1"/>
          </p:cNvSpPr>
          <p:nvPr>
            <p:ph type="pic" sz="quarter" idx="14"/>
          </p:nvPr>
        </p:nvSpPr>
        <p:spPr>
          <a:xfrm>
            <a:off x="4650382" y="1635124"/>
            <a:ext cx="3960000" cy="1386000"/>
          </a:xfrm>
        </p:spPr>
        <p:txBody>
          <a:bodyPr/>
          <a:lstStyle>
            <a:lvl1pPr marL="0" indent="0">
              <a:lnSpc>
                <a:spcPts val="1700"/>
              </a:lnSpc>
              <a:buFontTx/>
              <a:buNone/>
              <a:defRPr/>
            </a:lvl1pPr>
          </a:lstStyle>
          <a:p>
            <a:endParaRPr lang="de-DE" dirty="0"/>
          </a:p>
        </p:txBody>
      </p:sp>
      <p:sp>
        <p:nvSpPr>
          <p:cNvPr id="11" name="Titelplatzhalter 9">
            <a:extLst>
              <a:ext uri="{FF2B5EF4-FFF2-40B4-BE49-F238E27FC236}">
                <a16:creationId xmlns:a16="http://schemas.microsoft.com/office/drawing/2014/main" id="{CF0495AF-EDBE-4B30-8AFA-7F32F0EC6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880" y="735013"/>
            <a:ext cx="8064502" cy="61277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CH" dirty="0"/>
              <a:t>Mastertitelformat bearbeiten</a:t>
            </a:r>
            <a:endParaRPr lang="de-DE" dirty="0"/>
          </a:p>
        </p:txBody>
      </p:sp>
      <p:sp>
        <p:nvSpPr>
          <p:cNvPr id="13" name="Bildplatzhalter 2">
            <a:extLst>
              <a:ext uri="{FF2B5EF4-FFF2-40B4-BE49-F238E27FC236}">
                <a16:creationId xmlns:a16="http://schemas.microsoft.com/office/drawing/2014/main" id="{91EBDE8B-B031-4CD1-A527-52009124C08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50382" y="3130436"/>
            <a:ext cx="3960000" cy="1386000"/>
          </a:xfrm>
        </p:spPr>
        <p:txBody>
          <a:bodyPr/>
          <a:lstStyle>
            <a:lvl1pPr marL="0" indent="0">
              <a:lnSpc>
                <a:spcPts val="1700"/>
              </a:lnSpc>
              <a:buFontTx/>
              <a:buNone/>
              <a:defRPr/>
            </a:lvl1pPr>
          </a:lstStyle>
          <a:p>
            <a:endParaRPr lang="de-DE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154CF33-07F1-43EA-86C7-78EBCAF24D13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DE4C78C-33D6-47EC-BE3F-76362EDC680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F33DD5F-53A4-4342-866C-F9A4584BE66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348697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15" userDrawn="1">
          <p15:clr>
            <a:srgbClr val="A4A3A4"/>
          </p15:clr>
        </p15:guide>
        <p15:guide id="2" orient="horz" pos="1983" userDrawn="1">
          <p15:clr>
            <a:srgbClr val="A4A3A4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zeilig Text 4spaltig Bild 2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539751" y="1347789"/>
            <a:ext cx="5327649" cy="3168650"/>
          </a:xfrm>
        </p:spPr>
        <p:txBody>
          <a:bodyPr/>
          <a:lstStyle>
            <a:lvl1pPr marL="0" indent="0">
              <a:lnSpc>
                <a:spcPts val="1700"/>
              </a:lnSpc>
              <a:buFontTx/>
              <a:buNone/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/>
          </p:nvPr>
        </p:nvSpPr>
        <p:spPr>
          <a:xfrm>
            <a:off x="6011862" y="1347788"/>
            <a:ext cx="2598519" cy="1530000"/>
          </a:xfrm>
        </p:spPr>
        <p:txBody>
          <a:bodyPr/>
          <a:lstStyle>
            <a:lvl1pPr marL="0" indent="0">
              <a:lnSpc>
                <a:spcPts val="1700"/>
              </a:lnSpc>
              <a:buFontTx/>
              <a:buNone/>
              <a:defRPr/>
            </a:lvl1pPr>
          </a:lstStyle>
          <a:p>
            <a:endParaRPr lang="de-DE" dirty="0"/>
          </a:p>
        </p:txBody>
      </p:sp>
      <p:sp>
        <p:nvSpPr>
          <p:cNvPr id="9" name="Titelplatzhalter 9">
            <a:extLst>
              <a:ext uri="{FF2B5EF4-FFF2-40B4-BE49-F238E27FC236}">
                <a16:creationId xmlns:a16="http://schemas.microsoft.com/office/drawing/2014/main" id="{EAD4A3A8-78FD-40B0-89EE-0F158B944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880" y="735013"/>
            <a:ext cx="8064502" cy="37077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CH" dirty="0"/>
              <a:t>Mastertitelformat bearbeiten</a:t>
            </a:r>
            <a:endParaRPr lang="de-DE" dirty="0"/>
          </a:p>
        </p:txBody>
      </p:sp>
      <p:sp>
        <p:nvSpPr>
          <p:cNvPr id="12" name="Bildplatzhalter 2">
            <a:extLst>
              <a:ext uri="{FF2B5EF4-FFF2-40B4-BE49-F238E27FC236}">
                <a16:creationId xmlns:a16="http://schemas.microsoft.com/office/drawing/2014/main" id="{C9983ED2-2F2C-46E9-A857-B72B4B91E8A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11862" y="2986438"/>
            <a:ext cx="2591576" cy="1530000"/>
          </a:xfrm>
        </p:spPr>
        <p:txBody>
          <a:bodyPr/>
          <a:lstStyle>
            <a:lvl1pPr marL="0" indent="0">
              <a:lnSpc>
                <a:spcPts val="1700"/>
              </a:lnSpc>
              <a:buFontTx/>
              <a:buNone/>
              <a:defRPr/>
            </a:lvl1pPr>
          </a:lstStyle>
          <a:p>
            <a:endParaRPr lang="de-DE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7373529-F7A2-45A8-836D-809EBF13363E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F96CBC6-FA68-44FA-91C4-9C7479D150F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6F4B4FB-3D17-4C33-BF59-A5C985ED258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663834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01">
          <p15:clr>
            <a:srgbClr val="A4A3A4"/>
          </p15:clr>
        </p15:guide>
        <p15:guide id="2" orient="horz" pos="1869">
          <p15:clr>
            <a:srgbClr val="A4A3A4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zeilig Text 4spaltig Bild 2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platzhalt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539751" y="1635125"/>
            <a:ext cx="5327649" cy="2881311"/>
          </a:xfrm>
        </p:spPr>
        <p:txBody>
          <a:bodyPr/>
          <a:lstStyle>
            <a:lvl1pPr marL="0" indent="0">
              <a:lnSpc>
                <a:spcPts val="1700"/>
              </a:lnSpc>
              <a:buFontTx/>
              <a:buNone/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0" name="Bildplatzhalter 2"/>
          <p:cNvSpPr>
            <a:spLocks noGrp="1"/>
          </p:cNvSpPr>
          <p:nvPr>
            <p:ph type="pic" sz="quarter" idx="14"/>
          </p:nvPr>
        </p:nvSpPr>
        <p:spPr>
          <a:xfrm>
            <a:off x="6011862" y="1635124"/>
            <a:ext cx="2598519" cy="1386000"/>
          </a:xfrm>
        </p:spPr>
        <p:txBody>
          <a:bodyPr/>
          <a:lstStyle>
            <a:lvl1pPr marL="0" indent="0">
              <a:lnSpc>
                <a:spcPts val="1700"/>
              </a:lnSpc>
              <a:buFontTx/>
              <a:buNone/>
              <a:defRPr/>
            </a:lvl1pPr>
          </a:lstStyle>
          <a:p>
            <a:endParaRPr lang="de-DE" dirty="0"/>
          </a:p>
        </p:txBody>
      </p:sp>
      <p:sp>
        <p:nvSpPr>
          <p:cNvPr id="11" name="Titelplatzhalter 9">
            <a:extLst>
              <a:ext uri="{FF2B5EF4-FFF2-40B4-BE49-F238E27FC236}">
                <a16:creationId xmlns:a16="http://schemas.microsoft.com/office/drawing/2014/main" id="{CF0495AF-EDBE-4B30-8AFA-7F32F0EC6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880" y="735013"/>
            <a:ext cx="8064502" cy="61277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CH" dirty="0"/>
              <a:t>Mastertitelformat bearbeiten</a:t>
            </a:r>
            <a:endParaRPr lang="de-DE" dirty="0"/>
          </a:p>
        </p:txBody>
      </p:sp>
      <p:sp>
        <p:nvSpPr>
          <p:cNvPr id="13" name="Bildplatzhalter 2">
            <a:extLst>
              <a:ext uri="{FF2B5EF4-FFF2-40B4-BE49-F238E27FC236}">
                <a16:creationId xmlns:a16="http://schemas.microsoft.com/office/drawing/2014/main" id="{91EBDE8B-B031-4CD1-A527-52009124C08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11862" y="3130436"/>
            <a:ext cx="2598519" cy="1386000"/>
          </a:xfrm>
        </p:spPr>
        <p:txBody>
          <a:bodyPr/>
          <a:lstStyle>
            <a:lvl1pPr marL="0" indent="0">
              <a:lnSpc>
                <a:spcPts val="1700"/>
              </a:lnSpc>
              <a:buFontTx/>
              <a:buNone/>
              <a:defRPr/>
            </a:lvl1pPr>
          </a:lstStyle>
          <a:p>
            <a:endParaRPr lang="de-DE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75597BD-C3EF-4098-8380-1789F1B74EE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81C4FF3-7085-4390-B304-41BBBEAC733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994AAF0-742E-4CD3-B5AB-BFF0DA4AC9A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958481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15">
          <p15:clr>
            <a:srgbClr val="A4A3A4"/>
          </p15:clr>
        </p15:guide>
        <p15:guide id="2" orient="horz" pos="1983">
          <p15:clr>
            <a:srgbClr val="A4A3A4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zeilig 2 Grafiken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iagrammplatzhalter 5"/>
          <p:cNvSpPr>
            <a:spLocks noGrp="1"/>
          </p:cNvSpPr>
          <p:nvPr>
            <p:ph type="chart" sz="quarter" idx="14"/>
          </p:nvPr>
        </p:nvSpPr>
        <p:spPr>
          <a:xfrm>
            <a:off x="545880" y="1347788"/>
            <a:ext cx="3960813" cy="2438777"/>
          </a:xfrm>
        </p:spPr>
        <p:txBody>
          <a:bodyPr/>
          <a:lstStyle>
            <a:lvl1pPr marL="0" indent="0">
              <a:lnSpc>
                <a:spcPts val="1700"/>
              </a:lnSpc>
              <a:buFontTx/>
              <a:buNone/>
              <a:defRPr/>
            </a:lvl1pPr>
          </a:lstStyle>
          <a:p>
            <a:endParaRPr lang="de-DE" dirty="0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539750" y="4054010"/>
            <a:ext cx="8064500" cy="462428"/>
          </a:xfrm>
        </p:spPr>
        <p:txBody>
          <a:bodyPr>
            <a:noAutofit/>
          </a:bodyPr>
          <a:lstStyle>
            <a:lvl1pPr marL="0" indent="0">
              <a:lnSpc>
                <a:spcPts val="1700"/>
              </a:lnSpc>
              <a:buFontTx/>
              <a:buNone/>
              <a:defRPr sz="1400"/>
            </a:lvl1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8" name="Diagrammplatzhalter 5"/>
          <p:cNvSpPr>
            <a:spLocks noGrp="1"/>
          </p:cNvSpPr>
          <p:nvPr>
            <p:ph type="chart" sz="quarter" idx="16"/>
          </p:nvPr>
        </p:nvSpPr>
        <p:spPr>
          <a:xfrm>
            <a:off x="4643438" y="1347788"/>
            <a:ext cx="3960813" cy="2438778"/>
          </a:xfrm>
        </p:spPr>
        <p:txBody>
          <a:bodyPr/>
          <a:lstStyle>
            <a:lvl1pPr marL="0" indent="0">
              <a:lnSpc>
                <a:spcPts val="1700"/>
              </a:lnSpc>
              <a:buFontTx/>
              <a:buNone/>
              <a:defRPr/>
            </a:lvl1pPr>
          </a:lstStyle>
          <a:p>
            <a:endParaRPr lang="de-DE" dirty="0"/>
          </a:p>
        </p:txBody>
      </p:sp>
      <p:sp>
        <p:nvSpPr>
          <p:cNvPr id="10" name="Titelplatzhalter 9">
            <a:extLst>
              <a:ext uri="{FF2B5EF4-FFF2-40B4-BE49-F238E27FC236}">
                <a16:creationId xmlns:a16="http://schemas.microsoft.com/office/drawing/2014/main" id="{90292E58-B444-4B41-92F6-1EF6C24CD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880" y="735014"/>
            <a:ext cx="8064502" cy="34533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CH" dirty="0"/>
              <a:t>Mastertitelformat bearbeiten</a:t>
            </a:r>
            <a:endParaRPr lang="de-DE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816B3C4-5B86-40B1-9E66-9592F0482BDF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AEE57E07-FC83-45B1-972A-148628B64F0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671446F-3325-44B4-AAE8-F41371B15B46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667885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zeilig 2 Grafiken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iagrammplatzhalter 5"/>
          <p:cNvSpPr>
            <a:spLocks noGrp="1"/>
          </p:cNvSpPr>
          <p:nvPr>
            <p:ph type="chart" sz="quarter" idx="14"/>
          </p:nvPr>
        </p:nvSpPr>
        <p:spPr>
          <a:xfrm>
            <a:off x="539751" y="1635126"/>
            <a:ext cx="3960813" cy="2151442"/>
          </a:xfrm>
        </p:spPr>
        <p:txBody>
          <a:bodyPr/>
          <a:lstStyle>
            <a:lvl1pPr marL="0" indent="0">
              <a:lnSpc>
                <a:spcPts val="1700"/>
              </a:lnSpc>
              <a:buFontTx/>
              <a:buNone/>
              <a:defRPr/>
            </a:lvl1pPr>
          </a:lstStyle>
          <a:p>
            <a:endParaRPr lang="de-DE" dirty="0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539750" y="4054010"/>
            <a:ext cx="8064500" cy="462428"/>
          </a:xfrm>
        </p:spPr>
        <p:txBody>
          <a:bodyPr>
            <a:noAutofit/>
          </a:bodyPr>
          <a:lstStyle>
            <a:lvl1pPr marL="0" indent="0">
              <a:lnSpc>
                <a:spcPts val="1700"/>
              </a:lnSpc>
              <a:buFontTx/>
              <a:buNone/>
              <a:defRPr sz="1400"/>
            </a:lvl1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8" name="Diagrammplatzhalter 5"/>
          <p:cNvSpPr>
            <a:spLocks noGrp="1"/>
          </p:cNvSpPr>
          <p:nvPr>
            <p:ph type="chart" sz="quarter" idx="16"/>
          </p:nvPr>
        </p:nvSpPr>
        <p:spPr>
          <a:xfrm>
            <a:off x="4643438" y="1635126"/>
            <a:ext cx="3960813" cy="2151440"/>
          </a:xfrm>
        </p:spPr>
        <p:txBody>
          <a:bodyPr/>
          <a:lstStyle>
            <a:lvl1pPr marL="0" indent="0">
              <a:lnSpc>
                <a:spcPts val="1700"/>
              </a:lnSpc>
              <a:buFontTx/>
              <a:buNone/>
              <a:defRPr/>
            </a:lvl1pPr>
          </a:lstStyle>
          <a:p>
            <a:endParaRPr lang="de-DE" dirty="0"/>
          </a:p>
        </p:txBody>
      </p:sp>
      <p:sp>
        <p:nvSpPr>
          <p:cNvPr id="9" name="Titelplatzhalter 9">
            <a:extLst>
              <a:ext uri="{FF2B5EF4-FFF2-40B4-BE49-F238E27FC236}">
                <a16:creationId xmlns:a16="http://schemas.microsoft.com/office/drawing/2014/main" id="{2356E8E2-A22E-4344-A615-BE1C7D098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880" y="735013"/>
            <a:ext cx="8064502" cy="61277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CH" dirty="0"/>
              <a:t>Mastertitelformat bearbeiten</a:t>
            </a:r>
            <a:endParaRPr lang="de-DE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524EE65-E726-45BF-B35A-20A1C90EF052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0B559C8B-1516-466C-871E-FC16718A50C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6C72815D-657F-499B-A0FC-CD97FB5025E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090970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zeilig 4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Inhaltsplatzhalter 11"/>
          <p:cNvSpPr>
            <a:spLocks noGrp="1"/>
          </p:cNvSpPr>
          <p:nvPr>
            <p:ph sz="quarter" idx="17"/>
          </p:nvPr>
        </p:nvSpPr>
        <p:spPr>
          <a:xfrm>
            <a:off x="4643438" y="1347788"/>
            <a:ext cx="3960813" cy="1530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dirty="0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11B4A430-EB2D-44A9-893B-275CFF0E38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48" y="735013"/>
            <a:ext cx="8064502" cy="396670"/>
          </a:xfrm>
        </p:spPr>
        <p:txBody>
          <a:bodyPr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  <p:sp>
        <p:nvSpPr>
          <p:cNvPr id="11" name="Inhaltsplatzhalter 11">
            <a:extLst>
              <a:ext uri="{FF2B5EF4-FFF2-40B4-BE49-F238E27FC236}">
                <a16:creationId xmlns:a16="http://schemas.microsoft.com/office/drawing/2014/main" id="{E3893E4A-D4AE-426D-9362-E402BE3ED336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648837" y="2986438"/>
            <a:ext cx="3960813" cy="1530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dirty="0"/>
          </a:p>
        </p:txBody>
      </p:sp>
      <p:sp>
        <p:nvSpPr>
          <p:cNvPr id="12" name="Inhaltsplatzhalter 11">
            <a:extLst>
              <a:ext uri="{FF2B5EF4-FFF2-40B4-BE49-F238E27FC236}">
                <a16:creationId xmlns:a16="http://schemas.microsoft.com/office/drawing/2014/main" id="{3F8FE128-61D1-4D07-9602-FC500448710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28951" y="1347788"/>
            <a:ext cx="3960813" cy="1530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dirty="0"/>
          </a:p>
        </p:txBody>
      </p:sp>
      <p:sp>
        <p:nvSpPr>
          <p:cNvPr id="13" name="Inhaltsplatzhalter 11">
            <a:extLst>
              <a:ext uri="{FF2B5EF4-FFF2-40B4-BE49-F238E27FC236}">
                <a16:creationId xmlns:a16="http://schemas.microsoft.com/office/drawing/2014/main" id="{3E35F8A6-8588-4AF8-8B51-A80A5446AC1E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534350" y="2986438"/>
            <a:ext cx="3960813" cy="1530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1EB69F8-F1B1-4A21-9EBE-0B3359338481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93FB787-8E90-4616-BFB8-81E4AA525C59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9D5BB3F-911C-4C73-B1CE-73E27A767773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900553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01" userDrawn="1">
          <p15:clr>
            <a:srgbClr val="A4A3A4"/>
          </p15:clr>
        </p15:guide>
        <p15:guide id="2" orient="horz" pos="1869" userDrawn="1">
          <p15:clr>
            <a:srgbClr val="A4A3A4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zeilig 4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nhaltsplatzhalter 11"/>
          <p:cNvSpPr>
            <a:spLocks noGrp="1"/>
          </p:cNvSpPr>
          <p:nvPr>
            <p:ph sz="quarter" idx="17"/>
          </p:nvPr>
        </p:nvSpPr>
        <p:spPr>
          <a:xfrm>
            <a:off x="4648838" y="1635125"/>
            <a:ext cx="3960813" cy="1386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dirty="0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31778350-B4FD-473A-92D2-B097255BC7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48" y="735013"/>
            <a:ext cx="8064502" cy="612775"/>
          </a:xfrm>
        </p:spPr>
        <p:txBody>
          <a:bodyPr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  <p:sp>
        <p:nvSpPr>
          <p:cNvPr id="14" name="Inhaltsplatzhalter 11">
            <a:extLst>
              <a:ext uri="{FF2B5EF4-FFF2-40B4-BE49-F238E27FC236}">
                <a16:creationId xmlns:a16="http://schemas.microsoft.com/office/drawing/2014/main" id="{A0854AF0-AC28-4DA3-A7DA-0BADE494152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648838" y="3129075"/>
            <a:ext cx="3960813" cy="1386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dirty="0"/>
          </a:p>
        </p:txBody>
      </p:sp>
      <p:sp>
        <p:nvSpPr>
          <p:cNvPr id="15" name="Inhaltsplatzhalter 11">
            <a:extLst>
              <a:ext uri="{FF2B5EF4-FFF2-40B4-BE49-F238E27FC236}">
                <a16:creationId xmlns:a16="http://schemas.microsoft.com/office/drawing/2014/main" id="{D2BA8517-1E35-4DD3-BDBC-C5A9F63B8FB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39750" y="1635125"/>
            <a:ext cx="3960813" cy="1386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dirty="0"/>
          </a:p>
        </p:txBody>
      </p:sp>
      <p:sp>
        <p:nvSpPr>
          <p:cNvPr id="17" name="Inhaltsplatzhalter 11">
            <a:extLst>
              <a:ext uri="{FF2B5EF4-FFF2-40B4-BE49-F238E27FC236}">
                <a16:creationId xmlns:a16="http://schemas.microsoft.com/office/drawing/2014/main" id="{E9F551E5-2121-4290-9B9F-E317FEDB567D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539750" y="3129075"/>
            <a:ext cx="3960813" cy="1386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5EC1D86-1E03-464B-94BD-4B145BF765B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A2BB1E0-BEF3-4332-BEB3-11F7A60388E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1225666-4ECC-4838-AD31-73C4588B0D94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1505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83" userDrawn="1">
          <p15:clr>
            <a:srgbClr val="A4A3A4"/>
          </p15:clr>
        </p15:guide>
        <p15:guide id="2" orient="horz" pos="1915" userDrawn="1">
          <p15:clr>
            <a:srgbClr val="A4A3A4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zeilig 1spalt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platzhalter 10"/>
          <p:cNvSpPr>
            <a:spLocks noGrp="1"/>
          </p:cNvSpPr>
          <p:nvPr>
            <p:ph type="body" sz="quarter" idx="15"/>
          </p:nvPr>
        </p:nvSpPr>
        <p:spPr>
          <a:xfrm>
            <a:off x="539748" y="1347788"/>
            <a:ext cx="8064500" cy="3168650"/>
          </a:xfrm>
        </p:spPr>
        <p:txBody>
          <a:bodyPr/>
          <a:lstStyle>
            <a:lvl1pPr marL="0" indent="0">
              <a:lnSpc>
                <a:spcPts val="1700"/>
              </a:lnSpc>
              <a:buFontTx/>
              <a:buNone/>
              <a:defRPr sz="1400"/>
            </a:lvl1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8" name="Titelplatzhalter 9">
            <a:extLst>
              <a:ext uri="{FF2B5EF4-FFF2-40B4-BE49-F238E27FC236}">
                <a16:creationId xmlns:a16="http://schemas.microsoft.com/office/drawing/2014/main" id="{EC5359AF-FB62-482D-9B05-953F313D1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880" y="735013"/>
            <a:ext cx="8064502" cy="34677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CH" dirty="0"/>
              <a:t>Mastertitelformat bearbeiten</a:t>
            </a:r>
            <a:endParaRPr lang="de-DE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795CFE1-438D-45FF-9241-3B89232677AE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F693919-452E-4DAA-BE01-024CC2A3276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F48ED4A-E681-4314-A7D9-952F1C10EE0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477232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zeilig 1spalt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platzhalter 10"/>
          <p:cNvSpPr>
            <a:spLocks noGrp="1"/>
          </p:cNvSpPr>
          <p:nvPr>
            <p:ph type="body" sz="quarter" idx="15"/>
          </p:nvPr>
        </p:nvSpPr>
        <p:spPr>
          <a:xfrm>
            <a:off x="539748" y="1635125"/>
            <a:ext cx="8064500" cy="2881313"/>
          </a:xfrm>
        </p:spPr>
        <p:txBody>
          <a:bodyPr/>
          <a:lstStyle>
            <a:lvl1pPr marL="0" indent="0">
              <a:lnSpc>
                <a:spcPts val="1700"/>
              </a:lnSpc>
              <a:buFontTx/>
              <a:buNone/>
              <a:defRPr sz="1400"/>
            </a:lvl1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7" name="Titelplatzhalter 9">
            <a:extLst>
              <a:ext uri="{FF2B5EF4-FFF2-40B4-BE49-F238E27FC236}">
                <a16:creationId xmlns:a16="http://schemas.microsoft.com/office/drawing/2014/main" id="{7FEE2481-B64C-48DE-96E9-60DFF5D24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880" y="735013"/>
            <a:ext cx="8064502" cy="61277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CH" dirty="0"/>
              <a:t>Mastertitelformat bearbeiten</a:t>
            </a:r>
            <a:endParaRPr lang="de-DE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394AC6D-6063-4A71-8EC4-D3854AEEC58E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DDC81B1-A44E-438D-80D1-FA9DB536E14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440B69EE-DA62-43D9-9E89-284A0063A92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651375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zeilig Text 2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13"/>
          <p:cNvSpPr>
            <a:spLocks noGrp="1"/>
          </p:cNvSpPr>
          <p:nvPr>
            <p:ph type="body" sz="quarter" idx="13"/>
          </p:nvPr>
        </p:nvSpPr>
        <p:spPr>
          <a:xfrm>
            <a:off x="539751" y="1347788"/>
            <a:ext cx="3960813" cy="3168650"/>
          </a:xfrm>
        </p:spPr>
        <p:txBody>
          <a:bodyPr>
            <a:noAutofit/>
          </a:bodyPr>
          <a:lstStyle>
            <a:lvl1pPr marL="0" indent="0">
              <a:lnSpc>
                <a:spcPts val="1700"/>
              </a:lnSpc>
              <a:buFontTx/>
              <a:buNone/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9" name="Textplatzhalter 13"/>
          <p:cNvSpPr>
            <a:spLocks noGrp="1"/>
          </p:cNvSpPr>
          <p:nvPr>
            <p:ph type="body" sz="quarter" idx="14"/>
          </p:nvPr>
        </p:nvSpPr>
        <p:spPr>
          <a:xfrm>
            <a:off x="4643438" y="1347788"/>
            <a:ext cx="3960812" cy="3168649"/>
          </a:xfrm>
        </p:spPr>
        <p:txBody>
          <a:bodyPr>
            <a:noAutofit/>
          </a:bodyPr>
          <a:lstStyle>
            <a:lvl1pPr marL="0" indent="0">
              <a:lnSpc>
                <a:spcPts val="1700"/>
              </a:lnSpc>
              <a:buFontTx/>
              <a:buNone/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EC54753E-16AB-4476-8E1B-A6ED418D30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48" y="729250"/>
            <a:ext cx="8064502" cy="411369"/>
          </a:xfrm>
        </p:spPr>
        <p:txBody>
          <a:bodyPr wrap="none"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3F74A82-11AA-476A-ABB8-AAC8F682FCA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DAB8F4A-29B3-4A57-A4DC-3E0B595F6E1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6F6A78B-B405-4530-8318-6B57187B973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067654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zeilig Text 2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39748" y="735013"/>
            <a:ext cx="8064502" cy="612775"/>
          </a:xfrm>
        </p:spPr>
        <p:txBody>
          <a:bodyPr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  <p:sp>
        <p:nvSpPr>
          <p:cNvPr id="7" name="Textplatzhalter 13"/>
          <p:cNvSpPr>
            <a:spLocks noGrp="1"/>
          </p:cNvSpPr>
          <p:nvPr>
            <p:ph type="body" sz="quarter" idx="13"/>
          </p:nvPr>
        </p:nvSpPr>
        <p:spPr>
          <a:xfrm>
            <a:off x="539751" y="1635125"/>
            <a:ext cx="3960813" cy="2881313"/>
          </a:xfrm>
        </p:spPr>
        <p:txBody>
          <a:bodyPr>
            <a:noAutofit/>
          </a:bodyPr>
          <a:lstStyle>
            <a:lvl1pPr marL="0" indent="0">
              <a:lnSpc>
                <a:spcPts val="1700"/>
              </a:lnSpc>
              <a:buFontTx/>
              <a:buNone/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8" name="Textplatzhalter 13"/>
          <p:cNvSpPr>
            <a:spLocks noGrp="1"/>
          </p:cNvSpPr>
          <p:nvPr>
            <p:ph type="body" sz="quarter" idx="14"/>
          </p:nvPr>
        </p:nvSpPr>
        <p:spPr>
          <a:xfrm>
            <a:off x="4643438" y="1635125"/>
            <a:ext cx="3960812" cy="2881312"/>
          </a:xfrm>
        </p:spPr>
        <p:txBody>
          <a:bodyPr>
            <a:noAutofit/>
          </a:bodyPr>
          <a:lstStyle>
            <a:lvl1pPr marL="0" indent="0">
              <a:lnSpc>
                <a:spcPts val="1700"/>
              </a:lnSpc>
              <a:buFontTx/>
              <a:buNone/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5EB9195D-040A-43D5-ADAD-796FF742FA5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03ED8D8A-A177-41D3-8865-4E10897C0ED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12898502-3D30-4F0A-9415-90766FF7682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1665927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zeilig Text 3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13"/>
          <p:cNvSpPr>
            <a:spLocks noGrp="1"/>
          </p:cNvSpPr>
          <p:nvPr>
            <p:ph type="body" sz="quarter" idx="13"/>
          </p:nvPr>
        </p:nvSpPr>
        <p:spPr>
          <a:xfrm>
            <a:off x="539751" y="1347788"/>
            <a:ext cx="2592387" cy="3168650"/>
          </a:xfrm>
        </p:spPr>
        <p:txBody>
          <a:bodyPr>
            <a:noAutofit/>
          </a:bodyPr>
          <a:lstStyle>
            <a:lvl1pPr marL="0" indent="0">
              <a:lnSpc>
                <a:spcPts val="1700"/>
              </a:lnSpc>
              <a:buFontTx/>
              <a:buNone/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EC54753E-16AB-4476-8E1B-A6ED418D30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48" y="729250"/>
            <a:ext cx="8064502" cy="411369"/>
          </a:xfrm>
        </p:spPr>
        <p:txBody>
          <a:bodyPr wrap="none"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  <p:sp>
        <p:nvSpPr>
          <p:cNvPr id="12" name="Textplatzhalter 13">
            <a:extLst>
              <a:ext uri="{FF2B5EF4-FFF2-40B4-BE49-F238E27FC236}">
                <a16:creationId xmlns:a16="http://schemas.microsoft.com/office/drawing/2014/main" id="{E34E4F51-448C-4315-9D34-5713BF41ACB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78507" y="1347788"/>
            <a:ext cx="2592387" cy="3168650"/>
          </a:xfrm>
        </p:spPr>
        <p:txBody>
          <a:bodyPr>
            <a:noAutofit/>
          </a:bodyPr>
          <a:lstStyle>
            <a:lvl1pPr marL="0" indent="0">
              <a:lnSpc>
                <a:spcPts val="1700"/>
              </a:lnSpc>
              <a:buFontTx/>
              <a:buNone/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3" name="Textplatzhalter 13">
            <a:extLst>
              <a:ext uri="{FF2B5EF4-FFF2-40B4-BE49-F238E27FC236}">
                <a16:creationId xmlns:a16="http://schemas.microsoft.com/office/drawing/2014/main" id="{4585D4AD-2687-4FE5-AA07-FE6B1ABB439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17263" y="1347788"/>
            <a:ext cx="2592387" cy="3168650"/>
          </a:xfrm>
        </p:spPr>
        <p:txBody>
          <a:bodyPr>
            <a:noAutofit/>
          </a:bodyPr>
          <a:lstStyle>
            <a:lvl1pPr marL="0" indent="0">
              <a:lnSpc>
                <a:spcPts val="1700"/>
              </a:lnSpc>
              <a:buFontTx/>
              <a:buNone/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D51C505-4AC8-45E3-A7EA-8EB9EBD2C107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D3003C7-355F-4823-B3B6-EF3FE330212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238668B-34A4-40E9-ACB6-DFDB5A0AD91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8771923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zeilig Text 3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39748" y="735013"/>
            <a:ext cx="8064502" cy="612775"/>
          </a:xfrm>
        </p:spPr>
        <p:txBody>
          <a:bodyPr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  <p:sp>
        <p:nvSpPr>
          <p:cNvPr id="7" name="Textplatzhalter 13"/>
          <p:cNvSpPr>
            <a:spLocks noGrp="1"/>
          </p:cNvSpPr>
          <p:nvPr>
            <p:ph type="body" sz="quarter" idx="13"/>
          </p:nvPr>
        </p:nvSpPr>
        <p:spPr>
          <a:xfrm>
            <a:off x="539751" y="1635125"/>
            <a:ext cx="2592387" cy="2881313"/>
          </a:xfrm>
        </p:spPr>
        <p:txBody>
          <a:bodyPr>
            <a:noAutofit/>
          </a:bodyPr>
          <a:lstStyle>
            <a:lvl1pPr marL="0" indent="0">
              <a:lnSpc>
                <a:spcPts val="1700"/>
              </a:lnSpc>
              <a:spcBef>
                <a:spcPts val="1000"/>
              </a:spcBef>
              <a:buFontTx/>
              <a:buNone/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9" name="Textplatzhalter 13">
            <a:extLst>
              <a:ext uri="{FF2B5EF4-FFF2-40B4-BE49-F238E27FC236}">
                <a16:creationId xmlns:a16="http://schemas.microsoft.com/office/drawing/2014/main" id="{F61A0D41-6B7F-4506-AD1B-65357D7090C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17263" y="1635125"/>
            <a:ext cx="2592387" cy="2881313"/>
          </a:xfrm>
        </p:spPr>
        <p:txBody>
          <a:bodyPr>
            <a:noAutofit/>
          </a:bodyPr>
          <a:lstStyle>
            <a:lvl1pPr marL="0" indent="0">
              <a:lnSpc>
                <a:spcPts val="1700"/>
              </a:lnSpc>
              <a:spcBef>
                <a:spcPts val="1000"/>
              </a:spcBef>
              <a:buFontTx/>
              <a:buNone/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0" name="Textplatzhalter 13">
            <a:extLst>
              <a:ext uri="{FF2B5EF4-FFF2-40B4-BE49-F238E27FC236}">
                <a16:creationId xmlns:a16="http://schemas.microsoft.com/office/drawing/2014/main" id="{FF784F38-3BDB-4633-AE58-414D4B3AF1F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82877" y="1635125"/>
            <a:ext cx="2592387" cy="2881313"/>
          </a:xfrm>
        </p:spPr>
        <p:txBody>
          <a:bodyPr>
            <a:noAutofit/>
          </a:bodyPr>
          <a:lstStyle>
            <a:lvl1pPr marL="0" indent="0">
              <a:lnSpc>
                <a:spcPts val="1700"/>
              </a:lnSpc>
              <a:spcBef>
                <a:spcPts val="1000"/>
              </a:spcBef>
              <a:buFontTx/>
              <a:buNone/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D22F657B-9177-4B97-B634-D922DB243F9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8C5C1DA-D9E6-46D2-BF2E-C50A93F09C5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B19B5684-6926-4C6A-A2D3-0AF9051FD8E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2070122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zeilig Aufzählung 12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6" name="Textplatzhalt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539751" y="1347788"/>
            <a:ext cx="8069899" cy="316865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72800" indent="-172800">
              <a:lnSpc>
                <a:spcPct val="90000"/>
              </a:lnSpc>
              <a:spcBef>
                <a:spcPts val="800"/>
              </a:spcBef>
              <a:defRPr sz="1200" baseline="0">
                <a:latin typeface="+mn-lt"/>
              </a:defRPr>
            </a:lvl1pPr>
            <a:lvl2pPr>
              <a:lnSpc>
                <a:spcPct val="90000"/>
              </a:lnSpc>
              <a:spcBef>
                <a:spcPts val="800"/>
              </a:spcBef>
              <a:defRPr sz="1200"/>
            </a:lvl2pPr>
            <a:lvl3pPr marL="518400" indent="-172800">
              <a:lnSpc>
                <a:spcPct val="90000"/>
              </a:lnSpc>
              <a:spcBef>
                <a:spcPts val="800"/>
              </a:spcBef>
              <a:defRPr sz="1200" baseline="0">
                <a:latin typeface="+mn-lt"/>
              </a:defRPr>
            </a:lvl3pPr>
            <a:lvl4pPr marL="691200" indent="-172800">
              <a:lnSpc>
                <a:spcPct val="90000"/>
              </a:lnSpc>
              <a:spcBef>
                <a:spcPts val="800"/>
              </a:spcBef>
              <a:defRPr sz="1200" baseline="0">
                <a:latin typeface="+mn-lt"/>
              </a:defRPr>
            </a:lvl4pPr>
            <a:lvl5pPr marL="864000" indent="-172800">
              <a:lnSpc>
                <a:spcPct val="90000"/>
              </a:lnSpc>
              <a:spcBef>
                <a:spcPts val="800"/>
              </a:spcBef>
              <a:defRPr sz="1200" baseline="0">
                <a:latin typeface="+mn-lt"/>
              </a:defRPr>
            </a:lvl5pPr>
            <a:lvl6pPr marL="1036800" indent="-172800">
              <a:lnSpc>
                <a:spcPct val="90000"/>
              </a:lnSpc>
              <a:spcBef>
                <a:spcPts val="800"/>
              </a:spcBef>
              <a:defRPr sz="1200" baseline="0">
                <a:latin typeface="+mn-lt"/>
              </a:defRPr>
            </a:lvl6pPr>
            <a:lvl7pPr marL="1209600" indent="-172800">
              <a:lnSpc>
                <a:spcPct val="90000"/>
              </a:lnSpc>
              <a:spcBef>
                <a:spcPts val="800"/>
              </a:spcBef>
              <a:defRPr sz="1200" baseline="0">
                <a:latin typeface="+mn-lt"/>
              </a:defRPr>
            </a:lvl7pPr>
            <a:lvl8pPr marL="1382400" indent="-172800">
              <a:lnSpc>
                <a:spcPts val="1400"/>
              </a:lnSpc>
              <a:spcBef>
                <a:spcPts val="800"/>
              </a:spcBef>
              <a:defRPr sz="1200" baseline="0">
                <a:latin typeface="+mn-lt"/>
              </a:defRPr>
            </a:lvl8pPr>
            <a:lvl9pPr marL="1555200" indent="-172800">
              <a:lnSpc>
                <a:spcPct val="90000"/>
              </a:lnSpc>
              <a:spcBef>
                <a:spcPts val="800"/>
              </a:spcBef>
              <a:defRPr sz="1200" baseline="0">
                <a:latin typeface="+mn-lt"/>
              </a:defRPr>
            </a:lvl9pPr>
          </a:lstStyle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545148" y="738303"/>
            <a:ext cx="8064502" cy="353306"/>
          </a:xfrm>
        </p:spPr>
        <p:txBody>
          <a:bodyPr wrap="none"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6510448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zeilig Aufzählung 12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F413FDDD-EA13-4443-B32C-E1883B2D20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5148" y="738303"/>
            <a:ext cx="8064502" cy="609485"/>
          </a:xfrm>
        </p:spPr>
        <p:txBody>
          <a:bodyPr wrap="none"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C28912E3-7BB7-4686-92EE-D17A34165B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1635125"/>
            <a:ext cx="8069263" cy="288131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lnSpc>
                <a:spcPts val="1400"/>
              </a:lnSpc>
              <a:defRPr/>
            </a:lvl8pPr>
            <a:lvl9pPr>
              <a:defRPr/>
            </a:lvl9pPr>
          </a:lstStyle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</p:spTree>
    <p:extLst>
      <p:ext uri="{BB962C8B-B14F-4D97-AF65-F5344CB8AC3E}">
        <p14:creationId xmlns:p14="http://schemas.microsoft.com/office/powerpoint/2010/main" val="327647851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zeilig Text 2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8" name="Textplatzhalter 13"/>
          <p:cNvSpPr>
            <a:spLocks noGrp="1"/>
          </p:cNvSpPr>
          <p:nvPr>
            <p:ph type="body" sz="quarter" idx="13"/>
          </p:nvPr>
        </p:nvSpPr>
        <p:spPr>
          <a:xfrm>
            <a:off x="539751" y="1347788"/>
            <a:ext cx="3960813" cy="31686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400"/>
              </a:lnSpc>
              <a:spcBef>
                <a:spcPts val="800"/>
              </a:spcBef>
              <a:buFontTx/>
              <a:buNone/>
              <a:defRPr sz="12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9" name="Textplatzhalter 13"/>
          <p:cNvSpPr>
            <a:spLocks noGrp="1"/>
          </p:cNvSpPr>
          <p:nvPr>
            <p:ph type="body" sz="quarter" idx="14"/>
          </p:nvPr>
        </p:nvSpPr>
        <p:spPr>
          <a:xfrm>
            <a:off x="4643438" y="1347788"/>
            <a:ext cx="3960812" cy="316864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400"/>
              </a:lnSpc>
              <a:spcBef>
                <a:spcPts val="800"/>
              </a:spcBef>
              <a:buFontTx/>
              <a:buNone/>
              <a:defRPr sz="12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EC54753E-16AB-4476-8E1B-A6ED418D30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48" y="729250"/>
            <a:ext cx="8064502" cy="411369"/>
          </a:xfrm>
        </p:spPr>
        <p:txBody>
          <a:bodyPr wrap="none"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7946827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zeilig Text 2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39748" y="735013"/>
            <a:ext cx="8064502" cy="612775"/>
          </a:xfrm>
        </p:spPr>
        <p:txBody>
          <a:bodyPr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7" name="Textplatzhalter 13"/>
          <p:cNvSpPr>
            <a:spLocks noGrp="1"/>
          </p:cNvSpPr>
          <p:nvPr>
            <p:ph type="body" sz="quarter" idx="13"/>
          </p:nvPr>
        </p:nvSpPr>
        <p:spPr>
          <a:xfrm>
            <a:off x="539751" y="1635125"/>
            <a:ext cx="3960813" cy="28813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400"/>
              </a:lnSpc>
              <a:spcBef>
                <a:spcPts val="800"/>
              </a:spcBef>
              <a:buFontTx/>
              <a:buNone/>
              <a:defRPr sz="12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8" name="Textplatzhalter 13"/>
          <p:cNvSpPr>
            <a:spLocks noGrp="1"/>
          </p:cNvSpPr>
          <p:nvPr>
            <p:ph type="body" sz="quarter" idx="14"/>
          </p:nvPr>
        </p:nvSpPr>
        <p:spPr>
          <a:xfrm>
            <a:off x="4643438" y="1635125"/>
            <a:ext cx="3960812" cy="288131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400"/>
              </a:lnSpc>
              <a:spcBef>
                <a:spcPts val="800"/>
              </a:spcBef>
              <a:buFontTx/>
              <a:buNone/>
              <a:defRPr sz="12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6924786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zeilig Text 3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8" name="Textplatzhalter 13"/>
          <p:cNvSpPr>
            <a:spLocks noGrp="1"/>
          </p:cNvSpPr>
          <p:nvPr>
            <p:ph type="body" sz="quarter" idx="13"/>
          </p:nvPr>
        </p:nvSpPr>
        <p:spPr>
          <a:xfrm>
            <a:off x="539751" y="1347788"/>
            <a:ext cx="2592387" cy="31686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400"/>
              </a:lnSpc>
              <a:spcBef>
                <a:spcPts val="800"/>
              </a:spcBef>
              <a:buFontTx/>
              <a:buNone/>
              <a:defRPr sz="12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EC54753E-16AB-4476-8E1B-A6ED418D30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48" y="729250"/>
            <a:ext cx="8064502" cy="411369"/>
          </a:xfrm>
        </p:spPr>
        <p:txBody>
          <a:bodyPr wrap="none"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  <p:sp>
        <p:nvSpPr>
          <p:cNvPr id="12" name="Textplatzhalter 13">
            <a:extLst>
              <a:ext uri="{FF2B5EF4-FFF2-40B4-BE49-F238E27FC236}">
                <a16:creationId xmlns:a16="http://schemas.microsoft.com/office/drawing/2014/main" id="{E34E4F51-448C-4315-9D34-5713BF41ACB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78507" y="1347788"/>
            <a:ext cx="2592387" cy="31686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400"/>
              </a:lnSpc>
              <a:spcBef>
                <a:spcPts val="800"/>
              </a:spcBef>
              <a:buFontTx/>
              <a:buNone/>
              <a:defRPr sz="12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3" name="Textplatzhalter 13">
            <a:extLst>
              <a:ext uri="{FF2B5EF4-FFF2-40B4-BE49-F238E27FC236}">
                <a16:creationId xmlns:a16="http://schemas.microsoft.com/office/drawing/2014/main" id="{4585D4AD-2687-4FE5-AA07-FE6B1ABB439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17263" y="1347788"/>
            <a:ext cx="2592387" cy="31686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400"/>
              </a:lnSpc>
              <a:spcBef>
                <a:spcPts val="800"/>
              </a:spcBef>
              <a:buFontTx/>
              <a:buNone/>
              <a:defRPr sz="12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91664378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zeilig Text 3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39748" y="735013"/>
            <a:ext cx="8064502" cy="612775"/>
          </a:xfrm>
        </p:spPr>
        <p:txBody>
          <a:bodyPr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7" name="Textplatzhalter 13"/>
          <p:cNvSpPr>
            <a:spLocks noGrp="1"/>
          </p:cNvSpPr>
          <p:nvPr>
            <p:ph type="body" sz="quarter" idx="13"/>
          </p:nvPr>
        </p:nvSpPr>
        <p:spPr>
          <a:xfrm>
            <a:off x="539751" y="1635125"/>
            <a:ext cx="2592387" cy="28813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400"/>
              </a:lnSpc>
              <a:spcBef>
                <a:spcPts val="800"/>
              </a:spcBef>
              <a:buFontTx/>
              <a:buNone/>
              <a:defRPr sz="12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9" name="Textplatzhalter 13">
            <a:extLst>
              <a:ext uri="{FF2B5EF4-FFF2-40B4-BE49-F238E27FC236}">
                <a16:creationId xmlns:a16="http://schemas.microsoft.com/office/drawing/2014/main" id="{F61A0D41-6B7F-4506-AD1B-65357D7090C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17263" y="1635125"/>
            <a:ext cx="2592387" cy="28813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400"/>
              </a:lnSpc>
              <a:spcBef>
                <a:spcPts val="800"/>
              </a:spcBef>
              <a:buFontTx/>
              <a:buNone/>
              <a:defRPr sz="12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0" name="Textplatzhalter 13">
            <a:extLst>
              <a:ext uri="{FF2B5EF4-FFF2-40B4-BE49-F238E27FC236}">
                <a16:creationId xmlns:a16="http://schemas.microsoft.com/office/drawing/2014/main" id="{FF784F38-3BDB-4633-AE58-414D4B3AF1F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82877" y="1635125"/>
            <a:ext cx="2592387" cy="28813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400"/>
              </a:lnSpc>
              <a:spcBef>
                <a:spcPts val="800"/>
              </a:spcBef>
              <a:buFontTx/>
              <a:buNone/>
              <a:defRPr sz="12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99036995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zeilig 2 Grafiken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6" name="Diagrammplatzhalter 5"/>
          <p:cNvSpPr>
            <a:spLocks noGrp="1"/>
          </p:cNvSpPr>
          <p:nvPr>
            <p:ph type="chart" sz="quarter" idx="14"/>
          </p:nvPr>
        </p:nvSpPr>
        <p:spPr>
          <a:xfrm>
            <a:off x="545880" y="1347788"/>
            <a:ext cx="3960813" cy="2438777"/>
          </a:xfrm>
        </p:spPr>
        <p:txBody>
          <a:bodyPr/>
          <a:lstStyle>
            <a:lvl1pPr marL="0" indent="0">
              <a:lnSpc>
                <a:spcPts val="1400"/>
              </a:lnSpc>
              <a:buFontTx/>
              <a:buNone/>
              <a:defRPr/>
            </a:lvl1pPr>
          </a:lstStyle>
          <a:p>
            <a:endParaRPr lang="de-DE" dirty="0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539750" y="4054010"/>
            <a:ext cx="8064500" cy="462428"/>
          </a:xfrm>
        </p:spPr>
        <p:txBody>
          <a:bodyPr>
            <a:noAutofit/>
          </a:bodyPr>
          <a:lstStyle>
            <a:lvl1pPr marL="0" indent="0">
              <a:lnSpc>
                <a:spcPts val="1400"/>
              </a:lnSpc>
              <a:buFontTx/>
              <a:buNone/>
              <a:defRPr sz="1200"/>
            </a:lvl1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8" name="Diagrammplatzhalter 5"/>
          <p:cNvSpPr>
            <a:spLocks noGrp="1"/>
          </p:cNvSpPr>
          <p:nvPr>
            <p:ph type="chart" sz="quarter" idx="16"/>
          </p:nvPr>
        </p:nvSpPr>
        <p:spPr>
          <a:xfrm>
            <a:off x="4643438" y="1347788"/>
            <a:ext cx="3960813" cy="2438778"/>
          </a:xfrm>
        </p:spPr>
        <p:txBody>
          <a:bodyPr/>
          <a:lstStyle>
            <a:lvl1pPr marL="0" indent="0">
              <a:lnSpc>
                <a:spcPts val="1400"/>
              </a:lnSpc>
              <a:buFontTx/>
              <a:buNone/>
              <a:defRPr/>
            </a:lvl1pPr>
          </a:lstStyle>
          <a:p>
            <a:endParaRPr lang="de-DE" dirty="0"/>
          </a:p>
        </p:txBody>
      </p:sp>
      <p:sp>
        <p:nvSpPr>
          <p:cNvPr id="10" name="Titelplatzhalter 9">
            <a:extLst>
              <a:ext uri="{FF2B5EF4-FFF2-40B4-BE49-F238E27FC236}">
                <a16:creationId xmlns:a16="http://schemas.microsoft.com/office/drawing/2014/main" id="{90292E58-B444-4B41-92F6-1EF6C24CD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880" y="735014"/>
            <a:ext cx="8064502" cy="34533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CH" dirty="0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975344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zeilig 2 Grafiken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6" name="Diagrammplatzhalter 5"/>
          <p:cNvSpPr>
            <a:spLocks noGrp="1"/>
          </p:cNvSpPr>
          <p:nvPr>
            <p:ph type="chart" sz="quarter" idx="14"/>
          </p:nvPr>
        </p:nvSpPr>
        <p:spPr>
          <a:xfrm>
            <a:off x="539751" y="1635126"/>
            <a:ext cx="3960813" cy="2151442"/>
          </a:xfrm>
        </p:spPr>
        <p:txBody>
          <a:bodyPr/>
          <a:lstStyle>
            <a:lvl1pPr marL="0" indent="0">
              <a:lnSpc>
                <a:spcPts val="1400"/>
              </a:lnSpc>
              <a:buFontTx/>
              <a:buNone/>
              <a:defRPr sz="1200"/>
            </a:lvl1pPr>
          </a:lstStyle>
          <a:p>
            <a:endParaRPr lang="de-DE" dirty="0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539750" y="4054010"/>
            <a:ext cx="8064500" cy="462428"/>
          </a:xfrm>
        </p:spPr>
        <p:txBody>
          <a:bodyPr>
            <a:noAutofit/>
          </a:bodyPr>
          <a:lstStyle>
            <a:lvl1pPr marL="0" indent="0">
              <a:lnSpc>
                <a:spcPts val="1400"/>
              </a:lnSpc>
              <a:buFontTx/>
              <a:buNone/>
              <a:defRPr sz="1200"/>
            </a:lvl1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8" name="Diagrammplatzhalter 5"/>
          <p:cNvSpPr>
            <a:spLocks noGrp="1"/>
          </p:cNvSpPr>
          <p:nvPr>
            <p:ph type="chart" sz="quarter" idx="16"/>
          </p:nvPr>
        </p:nvSpPr>
        <p:spPr>
          <a:xfrm>
            <a:off x="4643438" y="1635126"/>
            <a:ext cx="3960813" cy="2151440"/>
          </a:xfrm>
        </p:spPr>
        <p:txBody>
          <a:bodyPr/>
          <a:lstStyle>
            <a:lvl1pPr marL="0" indent="0">
              <a:lnSpc>
                <a:spcPts val="1400"/>
              </a:lnSpc>
              <a:buFontTx/>
              <a:buNone/>
              <a:defRPr sz="1200"/>
            </a:lvl1pPr>
          </a:lstStyle>
          <a:p>
            <a:endParaRPr lang="de-DE" dirty="0"/>
          </a:p>
        </p:txBody>
      </p:sp>
      <p:sp>
        <p:nvSpPr>
          <p:cNvPr id="9" name="Titelplatzhalter 9">
            <a:extLst>
              <a:ext uri="{FF2B5EF4-FFF2-40B4-BE49-F238E27FC236}">
                <a16:creationId xmlns:a16="http://schemas.microsoft.com/office/drawing/2014/main" id="{2356E8E2-A22E-4344-A615-BE1C7D098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880" y="735013"/>
            <a:ext cx="8064502" cy="61277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CH" dirty="0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071258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zeilig 1/1 Bild mit Le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3"/>
          </p:nvPr>
        </p:nvSpPr>
        <p:spPr>
          <a:xfrm>
            <a:off x="539750" y="4373230"/>
            <a:ext cx="8064500" cy="20597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400"/>
              </a:lnSpc>
              <a:spcBef>
                <a:spcPts val="800"/>
              </a:spcBef>
              <a:buNone/>
              <a:defRPr sz="1200"/>
            </a:lvl1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3BECA2B6-A0FC-4D93-AA20-001A2E012D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5148" y="738303"/>
            <a:ext cx="8064502" cy="381660"/>
          </a:xfrm>
        </p:spPr>
        <p:txBody>
          <a:bodyPr wrap="none"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  <p:sp>
        <p:nvSpPr>
          <p:cNvPr id="11" name="Bildplatzhalter 8">
            <a:extLst>
              <a:ext uri="{FF2B5EF4-FFF2-40B4-BE49-F238E27FC236}">
                <a16:creationId xmlns:a16="http://schemas.microsoft.com/office/drawing/2014/main" id="{32FFD0BC-CDB7-439A-8302-57046DB564C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39750" y="1347788"/>
            <a:ext cx="8064500" cy="295275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400"/>
              </a:lnSpc>
              <a:buFontTx/>
              <a:buNone/>
              <a:defRPr/>
            </a:lvl1pPr>
          </a:lstStyle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124389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09" userDrawn="1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zeilig 1/1 Bild mit Le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3"/>
          </p:nvPr>
        </p:nvSpPr>
        <p:spPr>
          <a:xfrm>
            <a:off x="539750" y="4378653"/>
            <a:ext cx="8064500" cy="20597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400"/>
              </a:lnSpc>
              <a:buNone/>
              <a:defRPr sz="1200"/>
            </a:lvl1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630A110C-3D67-4101-87E4-F48D13C2A2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5148" y="738303"/>
            <a:ext cx="8064502" cy="609485"/>
          </a:xfrm>
        </p:spPr>
        <p:txBody>
          <a:bodyPr wrap="none"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  <p:sp>
        <p:nvSpPr>
          <p:cNvPr id="11" name="Bildplatzhalter 8">
            <a:extLst>
              <a:ext uri="{FF2B5EF4-FFF2-40B4-BE49-F238E27FC236}">
                <a16:creationId xmlns:a16="http://schemas.microsoft.com/office/drawing/2014/main" id="{CAED37D4-476A-423E-9BBF-CE21D475E31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39750" y="1635126"/>
            <a:ext cx="8064500" cy="266541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400"/>
              </a:lnSpc>
              <a:spcBef>
                <a:spcPts val="800"/>
              </a:spcBef>
              <a:buFontTx/>
              <a:buNone/>
              <a:defRPr/>
            </a:lvl1pPr>
          </a:lstStyle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707215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09" userDrawn="1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zeilig Aufzählung 10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6" name="Textplatzhalt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539751" y="1347788"/>
            <a:ext cx="8069899" cy="3168650"/>
          </a:xfrm>
          <a:prstGeom prst="rect">
            <a:avLst/>
          </a:prstGeom>
        </p:spPr>
        <p:txBody>
          <a:bodyPr lIns="0" tIns="0" rIns="0" bIns="0"/>
          <a:lstStyle>
            <a:lvl1pPr marL="172800" indent="-172800">
              <a:lnSpc>
                <a:spcPts val="1200"/>
              </a:lnSpc>
              <a:spcBef>
                <a:spcPts val="500"/>
              </a:spcBef>
              <a:defRPr sz="1000" baseline="0">
                <a:latin typeface="+mn-lt"/>
              </a:defRPr>
            </a:lvl1pPr>
            <a:lvl2pPr>
              <a:spcBef>
                <a:spcPts val="500"/>
              </a:spcBef>
              <a:defRPr/>
            </a:lvl2pPr>
            <a:lvl3pPr marL="518400" indent="-172800">
              <a:lnSpc>
                <a:spcPts val="1200"/>
              </a:lnSpc>
              <a:spcBef>
                <a:spcPts val="500"/>
              </a:spcBef>
              <a:defRPr sz="1000" baseline="0">
                <a:latin typeface="+mn-lt"/>
              </a:defRPr>
            </a:lvl3pPr>
            <a:lvl4pPr marL="691200" indent="-172800">
              <a:lnSpc>
                <a:spcPts val="1200"/>
              </a:lnSpc>
              <a:spcBef>
                <a:spcPts val="500"/>
              </a:spcBef>
              <a:defRPr sz="1000" baseline="0">
                <a:latin typeface="+mn-lt"/>
              </a:defRPr>
            </a:lvl4pPr>
            <a:lvl5pPr marL="864000" indent="-172800">
              <a:lnSpc>
                <a:spcPts val="1200"/>
              </a:lnSpc>
              <a:spcBef>
                <a:spcPts val="500"/>
              </a:spcBef>
              <a:defRPr sz="1000" baseline="0">
                <a:latin typeface="+mn-lt"/>
              </a:defRPr>
            </a:lvl5pPr>
            <a:lvl6pPr marL="1036800" indent="-172800">
              <a:lnSpc>
                <a:spcPts val="1200"/>
              </a:lnSpc>
              <a:spcBef>
                <a:spcPts val="500"/>
              </a:spcBef>
              <a:defRPr sz="1000" baseline="0">
                <a:latin typeface="+mn-lt"/>
              </a:defRPr>
            </a:lvl6pPr>
            <a:lvl7pPr marL="1209600" indent="-172800">
              <a:lnSpc>
                <a:spcPts val="1200"/>
              </a:lnSpc>
              <a:spcBef>
                <a:spcPts val="500"/>
              </a:spcBef>
              <a:defRPr sz="1000" baseline="0">
                <a:latin typeface="+mn-lt"/>
              </a:defRPr>
            </a:lvl7pPr>
            <a:lvl8pPr marL="1382400" indent="-172800">
              <a:lnSpc>
                <a:spcPts val="1200"/>
              </a:lnSpc>
              <a:spcBef>
                <a:spcPts val="500"/>
              </a:spcBef>
              <a:defRPr sz="1000" baseline="0">
                <a:latin typeface="+mn-lt"/>
              </a:defRPr>
            </a:lvl8pPr>
            <a:lvl9pPr marL="1555200" indent="-172800">
              <a:lnSpc>
                <a:spcPts val="1200"/>
              </a:lnSpc>
              <a:spcBef>
                <a:spcPts val="500"/>
              </a:spcBef>
              <a:defRPr sz="1000" baseline="0">
                <a:latin typeface="+mn-lt"/>
              </a:defRPr>
            </a:lvl9pPr>
          </a:lstStyle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545148" y="738303"/>
            <a:ext cx="8064502" cy="353306"/>
          </a:xfrm>
        </p:spPr>
        <p:txBody>
          <a:bodyPr wrap="none"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2771113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zeilig Aufzählung 10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6" name="Textplatzhalt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539751" y="1635125"/>
            <a:ext cx="8069899" cy="2881313"/>
          </a:xfrm>
          <a:prstGeom prst="rect">
            <a:avLst/>
          </a:prstGeom>
        </p:spPr>
        <p:txBody>
          <a:bodyPr lIns="0" tIns="0" rIns="0" bIns="0"/>
          <a:lstStyle>
            <a:lvl1pPr marL="172800" indent="-172800">
              <a:lnSpc>
                <a:spcPts val="1200"/>
              </a:lnSpc>
              <a:spcBef>
                <a:spcPts val="500"/>
              </a:spcBef>
              <a:defRPr sz="1000" baseline="0">
                <a:latin typeface="+mn-lt"/>
              </a:defRPr>
            </a:lvl1pPr>
            <a:lvl2pPr>
              <a:spcBef>
                <a:spcPts val="500"/>
              </a:spcBef>
              <a:defRPr/>
            </a:lvl2pPr>
            <a:lvl3pPr marL="518400" indent="-172800">
              <a:lnSpc>
                <a:spcPts val="1200"/>
              </a:lnSpc>
              <a:spcBef>
                <a:spcPts val="500"/>
              </a:spcBef>
              <a:defRPr sz="1000" baseline="0">
                <a:latin typeface="+mn-lt"/>
              </a:defRPr>
            </a:lvl3pPr>
            <a:lvl4pPr marL="691200" indent="-172800">
              <a:lnSpc>
                <a:spcPts val="1200"/>
              </a:lnSpc>
              <a:spcBef>
                <a:spcPts val="500"/>
              </a:spcBef>
              <a:defRPr sz="1000" baseline="0">
                <a:latin typeface="+mn-lt"/>
              </a:defRPr>
            </a:lvl4pPr>
            <a:lvl5pPr marL="864000" indent="-172800">
              <a:lnSpc>
                <a:spcPts val="1200"/>
              </a:lnSpc>
              <a:spcBef>
                <a:spcPts val="500"/>
              </a:spcBef>
              <a:defRPr sz="1000" baseline="0">
                <a:latin typeface="+mn-lt"/>
              </a:defRPr>
            </a:lvl5pPr>
            <a:lvl6pPr marL="1036800" indent="-172800">
              <a:lnSpc>
                <a:spcPts val="1200"/>
              </a:lnSpc>
              <a:spcBef>
                <a:spcPts val="500"/>
              </a:spcBef>
              <a:defRPr sz="1000" baseline="0">
                <a:latin typeface="+mn-lt"/>
              </a:defRPr>
            </a:lvl6pPr>
            <a:lvl7pPr marL="1209600" indent="-172800">
              <a:lnSpc>
                <a:spcPts val="1200"/>
              </a:lnSpc>
              <a:spcBef>
                <a:spcPts val="500"/>
              </a:spcBef>
              <a:defRPr sz="1000" baseline="0">
                <a:latin typeface="+mn-lt"/>
              </a:defRPr>
            </a:lvl7pPr>
            <a:lvl8pPr marL="1382400" indent="-172800">
              <a:lnSpc>
                <a:spcPts val="1200"/>
              </a:lnSpc>
              <a:spcBef>
                <a:spcPts val="500"/>
              </a:spcBef>
              <a:defRPr sz="1000" baseline="0">
                <a:latin typeface="+mn-lt"/>
              </a:defRPr>
            </a:lvl8pPr>
            <a:lvl9pPr marL="1555200" indent="-172800">
              <a:lnSpc>
                <a:spcPts val="1200"/>
              </a:lnSpc>
              <a:spcBef>
                <a:spcPts val="500"/>
              </a:spcBef>
              <a:defRPr sz="1000" baseline="0">
                <a:latin typeface="+mn-lt"/>
              </a:defRPr>
            </a:lvl9pPr>
          </a:lstStyle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F413FDDD-EA13-4443-B32C-E1883B2D20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5148" y="738303"/>
            <a:ext cx="8064502" cy="609485"/>
          </a:xfrm>
        </p:spPr>
        <p:txBody>
          <a:bodyPr wrap="none"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0242008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zeilig Text 2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8" name="Textplatzhalter 13"/>
          <p:cNvSpPr>
            <a:spLocks noGrp="1"/>
          </p:cNvSpPr>
          <p:nvPr>
            <p:ph type="body" sz="quarter" idx="13"/>
          </p:nvPr>
        </p:nvSpPr>
        <p:spPr>
          <a:xfrm>
            <a:off x="539751" y="1347788"/>
            <a:ext cx="3960813" cy="3168650"/>
          </a:xfrm>
        </p:spPr>
        <p:txBody>
          <a:bodyPr>
            <a:noAutofit/>
          </a:bodyPr>
          <a:lstStyle>
            <a:lvl1pPr marL="0" indent="0">
              <a:lnSpc>
                <a:spcPts val="1200"/>
              </a:lnSpc>
              <a:spcBef>
                <a:spcPts val="500"/>
              </a:spcBef>
              <a:buFontTx/>
              <a:buNone/>
              <a:defRPr sz="10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9" name="Textplatzhalter 13"/>
          <p:cNvSpPr>
            <a:spLocks noGrp="1"/>
          </p:cNvSpPr>
          <p:nvPr>
            <p:ph type="body" sz="quarter" idx="14"/>
          </p:nvPr>
        </p:nvSpPr>
        <p:spPr>
          <a:xfrm>
            <a:off x="4643438" y="1347788"/>
            <a:ext cx="3960812" cy="3168649"/>
          </a:xfrm>
        </p:spPr>
        <p:txBody>
          <a:bodyPr>
            <a:noAutofit/>
          </a:bodyPr>
          <a:lstStyle>
            <a:lvl1pPr marL="0" indent="0">
              <a:lnSpc>
                <a:spcPts val="1200"/>
              </a:lnSpc>
              <a:spcBef>
                <a:spcPts val="500"/>
              </a:spcBef>
              <a:buFontTx/>
              <a:buNone/>
              <a:defRPr sz="10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EC54753E-16AB-4476-8E1B-A6ED418D30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48" y="729250"/>
            <a:ext cx="8064502" cy="411369"/>
          </a:xfrm>
        </p:spPr>
        <p:txBody>
          <a:bodyPr wrap="none"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169230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zeilig Text 2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39748" y="735013"/>
            <a:ext cx="8064502" cy="612775"/>
          </a:xfrm>
        </p:spPr>
        <p:txBody>
          <a:bodyPr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7" name="Textplatzhalter 13"/>
          <p:cNvSpPr>
            <a:spLocks noGrp="1"/>
          </p:cNvSpPr>
          <p:nvPr>
            <p:ph type="body" sz="quarter" idx="13"/>
          </p:nvPr>
        </p:nvSpPr>
        <p:spPr>
          <a:xfrm>
            <a:off x="539751" y="1635125"/>
            <a:ext cx="3960813" cy="2881313"/>
          </a:xfrm>
        </p:spPr>
        <p:txBody>
          <a:bodyPr>
            <a:noAutofit/>
          </a:bodyPr>
          <a:lstStyle>
            <a:lvl1pPr marL="0" indent="0">
              <a:lnSpc>
                <a:spcPts val="1200"/>
              </a:lnSpc>
              <a:spcBef>
                <a:spcPts val="500"/>
              </a:spcBef>
              <a:buFontTx/>
              <a:buNone/>
              <a:defRPr sz="10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8" name="Textplatzhalter 13"/>
          <p:cNvSpPr>
            <a:spLocks noGrp="1"/>
          </p:cNvSpPr>
          <p:nvPr>
            <p:ph type="body" sz="quarter" idx="14"/>
          </p:nvPr>
        </p:nvSpPr>
        <p:spPr>
          <a:xfrm>
            <a:off x="4643438" y="1635125"/>
            <a:ext cx="3960812" cy="2881312"/>
          </a:xfrm>
        </p:spPr>
        <p:txBody>
          <a:bodyPr>
            <a:noAutofit/>
          </a:bodyPr>
          <a:lstStyle>
            <a:lvl1pPr marL="0" indent="0">
              <a:lnSpc>
                <a:spcPts val="1200"/>
              </a:lnSpc>
              <a:spcBef>
                <a:spcPts val="500"/>
              </a:spcBef>
              <a:buFontTx/>
              <a:buNone/>
              <a:defRPr sz="10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73998891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zeilig Text 3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8" name="Textplatzhalter 13"/>
          <p:cNvSpPr>
            <a:spLocks noGrp="1"/>
          </p:cNvSpPr>
          <p:nvPr>
            <p:ph type="body" sz="quarter" idx="13"/>
          </p:nvPr>
        </p:nvSpPr>
        <p:spPr>
          <a:xfrm>
            <a:off x="539751" y="1347788"/>
            <a:ext cx="2592387" cy="3168650"/>
          </a:xfrm>
        </p:spPr>
        <p:txBody>
          <a:bodyPr>
            <a:noAutofit/>
          </a:bodyPr>
          <a:lstStyle>
            <a:lvl1pPr marL="0" indent="0">
              <a:lnSpc>
                <a:spcPts val="1200"/>
              </a:lnSpc>
              <a:spcBef>
                <a:spcPts val="500"/>
              </a:spcBef>
              <a:buFontTx/>
              <a:buNone/>
              <a:defRPr sz="10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EC54753E-16AB-4476-8E1B-A6ED418D30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48" y="729250"/>
            <a:ext cx="8064502" cy="411369"/>
          </a:xfrm>
        </p:spPr>
        <p:txBody>
          <a:bodyPr wrap="none"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  <p:sp>
        <p:nvSpPr>
          <p:cNvPr id="12" name="Textplatzhalter 13">
            <a:extLst>
              <a:ext uri="{FF2B5EF4-FFF2-40B4-BE49-F238E27FC236}">
                <a16:creationId xmlns:a16="http://schemas.microsoft.com/office/drawing/2014/main" id="{E34E4F51-448C-4315-9D34-5713BF41ACB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78507" y="1347788"/>
            <a:ext cx="2592387" cy="3168650"/>
          </a:xfrm>
        </p:spPr>
        <p:txBody>
          <a:bodyPr>
            <a:noAutofit/>
          </a:bodyPr>
          <a:lstStyle>
            <a:lvl1pPr marL="0" indent="0">
              <a:lnSpc>
                <a:spcPts val="1200"/>
              </a:lnSpc>
              <a:spcBef>
                <a:spcPts val="500"/>
              </a:spcBef>
              <a:buFontTx/>
              <a:buNone/>
              <a:defRPr sz="10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3" name="Textplatzhalter 13">
            <a:extLst>
              <a:ext uri="{FF2B5EF4-FFF2-40B4-BE49-F238E27FC236}">
                <a16:creationId xmlns:a16="http://schemas.microsoft.com/office/drawing/2014/main" id="{4585D4AD-2687-4FE5-AA07-FE6B1ABB439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17263" y="1347788"/>
            <a:ext cx="2592387" cy="3168650"/>
          </a:xfrm>
        </p:spPr>
        <p:txBody>
          <a:bodyPr>
            <a:noAutofit/>
          </a:bodyPr>
          <a:lstStyle>
            <a:lvl1pPr marL="0" indent="0">
              <a:lnSpc>
                <a:spcPts val="1200"/>
              </a:lnSpc>
              <a:spcBef>
                <a:spcPts val="500"/>
              </a:spcBef>
              <a:buFontTx/>
              <a:buNone/>
              <a:defRPr sz="10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84511685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zeilig Text 3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39748" y="735013"/>
            <a:ext cx="8064502" cy="612775"/>
          </a:xfrm>
        </p:spPr>
        <p:txBody>
          <a:bodyPr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7" name="Textplatzhalter 13"/>
          <p:cNvSpPr>
            <a:spLocks noGrp="1"/>
          </p:cNvSpPr>
          <p:nvPr>
            <p:ph type="body" sz="quarter" idx="13"/>
          </p:nvPr>
        </p:nvSpPr>
        <p:spPr>
          <a:xfrm>
            <a:off x="539751" y="1635125"/>
            <a:ext cx="2592387" cy="2881313"/>
          </a:xfrm>
        </p:spPr>
        <p:txBody>
          <a:bodyPr>
            <a:noAutofit/>
          </a:bodyPr>
          <a:lstStyle>
            <a:lvl1pPr marL="0" indent="0">
              <a:lnSpc>
                <a:spcPts val="1200"/>
              </a:lnSpc>
              <a:spcBef>
                <a:spcPts val="500"/>
              </a:spcBef>
              <a:buFontTx/>
              <a:buNone/>
              <a:defRPr sz="10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9" name="Textplatzhalter 13">
            <a:extLst>
              <a:ext uri="{FF2B5EF4-FFF2-40B4-BE49-F238E27FC236}">
                <a16:creationId xmlns:a16="http://schemas.microsoft.com/office/drawing/2014/main" id="{F61A0D41-6B7F-4506-AD1B-65357D7090C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17263" y="1635125"/>
            <a:ext cx="2592387" cy="2881313"/>
          </a:xfrm>
        </p:spPr>
        <p:txBody>
          <a:bodyPr>
            <a:noAutofit/>
          </a:bodyPr>
          <a:lstStyle>
            <a:lvl1pPr marL="0" indent="0">
              <a:lnSpc>
                <a:spcPts val="1200"/>
              </a:lnSpc>
              <a:spcBef>
                <a:spcPts val="500"/>
              </a:spcBef>
              <a:buFontTx/>
              <a:buNone/>
              <a:defRPr sz="10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0" name="Textplatzhalter 13">
            <a:extLst>
              <a:ext uri="{FF2B5EF4-FFF2-40B4-BE49-F238E27FC236}">
                <a16:creationId xmlns:a16="http://schemas.microsoft.com/office/drawing/2014/main" id="{FF784F38-3BDB-4633-AE58-414D4B3AF1F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82877" y="1635125"/>
            <a:ext cx="2592387" cy="2881313"/>
          </a:xfrm>
        </p:spPr>
        <p:txBody>
          <a:bodyPr>
            <a:noAutofit/>
          </a:bodyPr>
          <a:lstStyle>
            <a:lvl1pPr marL="0" indent="0">
              <a:lnSpc>
                <a:spcPts val="1200"/>
              </a:lnSpc>
              <a:spcBef>
                <a:spcPts val="500"/>
              </a:spcBef>
              <a:buFontTx/>
              <a:buNone/>
              <a:defRPr sz="10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88854208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5" Type="http://schemas.openxmlformats.org/officeDocument/2006/relationships/slideLayout" Target="../slideLayouts/slideLayout10.xml"/><Relationship Id="rId6" Type="http://schemas.openxmlformats.org/officeDocument/2006/relationships/theme" Target="../theme/theme2.xml"/><Relationship Id="rId7" Type="http://schemas.openxmlformats.org/officeDocument/2006/relationships/image" Target="../media/image1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theme" Target="../theme/theme3.xml"/><Relationship Id="rId14" Type="http://schemas.openxmlformats.org/officeDocument/2006/relationships/image" Target="../media/image1.pn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36.xml"/><Relationship Id="rId15" Type="http://schemas.openxmlformats.org/officeDocument/2006/relationships/slideLayout" Target="../slideLayouts/slideLayout37.xml"/><Relationship Id="rId16" Type="http://schemas.openxmlformats.org/officeDocument/2006/relationships/slideLayout" Target="../slideLayouts/slideLayout38.xml"/><Relationship Id="rId17" Type="http://schemas.openxmlformats.org/officeDocument/2006/relationships/slideLayout" Target="../slideLayouts/slideLayout39.xml"/><Relationship Id="rId18" Type="http://schemas.openxmlformats.org/officeDocument/2006/relationships/slideLayout" Target="../slideLayouts/slideLayout40.xml"/><Relationship Id="rId19" Type="http://schemas.openxmlformats.org/officeDocument/2006/relationships/theme" Target="../theme/theme4.xml"/><Relationship Id="rId20" Type="http://schemas.openxmlformats.org/officeDocument/2006/relationships/image" Target="../media/image1.png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slideLayout" Target="../slideLayouts/slideLayout42.xml"/><Relationship Id="rId3" Type="http://schemas.openxmlformats.org/officeDocument/2006/relationships/slideLayout" Target="../slideLayouts/slideLayout43.xml"/><Relationship Id="rId4" Type="http://schemas.openxmlformats.org/officeDocument/2006/relationships/slideLayout" Target="../slideLayouts/slideLayout44.xml"/><Relationship Id="rId5" Type="http://schemas.openxmlformats.org/officeDocument/2006/relationships/slideLayout" Target="../slideLayouts/slideLayout45.xml"/><Relationship Id="rId6" Type="http://schemas.openxmlformats.org/officeDocument/2006/relationships/slideLayout" Target="../slideLayouts/slideLayout46.xml"/><Relationship Id="rId7" Type="http://schemas.openxmlformats.org/officeDocument/2006/relationships/slideLayout" Target="../slideLayouts/slideLayout47.xml"/><Relationship Id="rId8" Type="http://schemas.openxmlformats.org/officeDocument/2006/relationships/slideLayout" Target="../slideLayouts/slideLayout48.xml"/><Relationship Id="rId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0.xml"/><Relationship Id="rId11" Type="http://schemas.openxmlformats.org/officeDocument/2006/relationships/theme" Target="../theme/theme5.xml"/><Relationship Id="rId12" Type="http://schemas.openxmlformats.org/officeDocument/2006/relationships/image" Target="../media/image1.png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slideLayout" Target="../slideLayouts/slideLayout52.xml"/><Relationship Id="rId3" Type="http://schemas.openxmlformats.org/officeDocument/2006/relationships/slideLayout" Target="../slideLayouts/slideLayout53.xml"/><Relationship Id="rId4" Type="http://schemas.openxmlformats.org/officeDocument/2006/relationships/slideLayout" Target="../slideLayouts/slideLayout54.xml"/><Relationship Id="rId5" Type="http://schemas.openxmlformats.org/officeDocument/2006/relationships/slideLayout" Target="../slideLayouts/slideLayout55.xml"/><Relationship Id="rId6" Type="http://schemas.openxmlformats.org/officeDocument/2006/relationships/slideLayout" Target="../slideLayouts/slideLayout56.xml"/><Relationship Id="rId7" Type="http://schemas.openxmlformats.org/officeDocument/2006/relationships/theme" Target="../theme/theme6.xml"/><Relationship Id="rId8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/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936" y="197224"/>
            <a:ext cx="2678829" cy="543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71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800" r:id="rId3"/>
    <p:sldLayoutId id="2147483799" r:id="rId4"/>
    <p:sldLayoutId id="2147483679" r:id="rId5"/>
  </p:sldLayoutIdLst>
  <p:hf hdr="0"/>
  <p:txStyles>
    <p:titleStyle>
      <a:lvl1pPr algn="l" defTabSz="914400" rtl="0" eaLnBrk="1" latinLnBrk="0" hangingPunct="1">
        <a:lnSpc>
          <a:spcPts val="3500"/>
        </a:lnSpc>
        <a:spcBef>
          <a:spcPct val="0"/>
        </a:spcBef>
        <a:buNone/>
        <a:defRPr sz="3500" b="0" i="0" kern="1200" spc="20" baseline="0">
          <a:solidFill>
            <a:schemeClr val="tx1"/>
          </a:solidFill>
          <a:effectLst/>
          <a:latin typeface="Arial" charset="0"/>
          <a:ea typeface="Arial" charset="0"/>
          <a:cs typeface="Arial" charset="0"/>
        </a:defRPr>
      </a:lvl1pPr>
    </p:titleStyle>
    <p:bodyStyle>
      <a:lvl1pPr marL="0" indent="0" algn="l" defTabSz="2880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tabLst>
          <a:tab pos="468000" algn="l"/>
        </a:tabLst>
        <a:defRPr sz="1800" b="0" i="0" kern="1200">
          <a:solidFill>
            <a:schemeClr val="tx1"/>
          </a:solidFill>
          <a:latin typeface="Arial" charset="0"/>
          <a:ea typeface="Arial" charset="0"/>
          <a:cs typeface="Arial" charset="0"/>
        </a:defRPr>
      </a:lvl1pPr>
      <a:lvl2pPr marL="685800" indent="-228600" algn="l" defTabSz="2880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>
          <a:tab pos="468000" algn="l"/>
        </a:tabLst>
        <a:defRPr sz="1800" b="0" i="0" kern="1200">
          <a:solidFill>
            <a:schemeClr val="tx1"/>
          </a:solidFill>
          <a:latin typeface="Arial" charset="0"/>
          <a:ea typeface="Arial" charset="0"/>
          <a:cs typeface="Arial" charset="0"/>
        </a:defRPr>
      </a:lvl2pPr>
      <a:lvl3pPr marL="1257300" indent="-342900" algn="l" defTabSz="288000" rtl="0" eaLnBrk="1" latinLnBrk="0" hangingPunct="1">
        <a:lnSpc>
          <a:spcPct val="90000"/>
        </a:lnSpc>
        <a:spcBef>
          <a:spcPts val="500"/>
        </a:spcBef>
        <a:buFont typeface="+mj-lt"/>
        <a:buAutoNum type="arabicPeriod"/>
        <a:tabLst>
          <a:tab pos="468000" algn="l"/>
        </a:tabLst>
        <a:defRPr sz="1800" b="0" i="0" kern="1200">
          <a:solidFill>
            <a:schemeClr val="tx1"/>
          </a:solidFill>
          <a:latin typeface="Arial" charset="0"/>
          <a:ea typeface="Arial" charset="0"/>
          <a:cs typeface="Arial" charset="0"/>
        </a:defRPr>
      </a:lvl3pPr>
      <a:lvl4pPr marL="1600200" indent="-228600" algn="l" defTabSz="2880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>
          <a:tab pos="468000" algn="l"/>
        </a:tabLst>
        <a:defRPr sz="1800" b="0" i="0" kern="1200">
          <a:solidFill>
            <a:schemeClr val="tx1"/>
          </a:solidFill>
          <a:latin typeface="Arial" charset="0"/>
          <a:ea typeface="Arial" charset="0"/>
          <a:cs typeface="Arial" charset="0"/>
        </a:defRPr>
      </a:lvl4pPr>
      <a:lvl5pPr marL="2171700" indent="-342900" algn="l" defTabSz="288000" rtl="0" eaLnBrk="1" latinLnBrk="0" hangingPunct="1">
        <a:lnSpc>
          <a:spcPct val="90000"/>
        </a:lnSpc>
        <a:spcBef>
          <a:spcPts val="500"/>
        </a:spcBef>
        <a:buFont typeface="+mj-lt"/>
        <a:buAutoNum type="arabicPeriod"/>
        <a:tabLst>
          <a:tab pos="468000" algn="l"/>
        </a:tabLst>
        <a:defRPr sz="1800" b="0" i="0" kern="1200">
          <a:solidFill>
            <a:schemeClr val="tx1"/>
          </a:solidFill>
          <a:latin typeface="Arial" charset="0"/>
          <a:ea typeface="Arial" charset="0"/>
          <a:cs typeface="Arial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43" userDrawn="1">
          <p15:clr>
            <a:srgbClr val="F26B43"/>
          </p15:clr>
        </p15:guide>
        <p15:guide id="3" orient="horz" pos="1461" userDrawn="1">
          <p15:clr>
            <a:srgbClr val="F26B43"/>
          </p15:clr>
        </p15:guide>
        <p15:guide id="4" orient="horz" pos="282" userDrawn="1">
          <p15:clr>
            <a:srgbClr val="F26B43"/>
          </p15:clr>
        </p15:guide>
        <p15:guide id="5" pos="340" userDrawn="1">
          <p15:clr>
            <a:srgbClr val="F26B43"/>
          </p15:clr>
        </p15:guide>
        <p15:guide id="6" orient="horz" pos="463" userDrawn="1">
          <p15:clr>
            <a:srgbClr val="F26B43"/>
          </p15:clr>
        </p15:guide>
        <p15:guide id="7" orient="horz" pos="962" userDrawn="1">
          <p15:clr>
            <a:srgbClr val="F26B43"/>
          </p15:clr>
        </p15:guide>
        <p15:guide id="9" pos="542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/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936" y="197224"/>
            <a:ext cx="2678829" cy="543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443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2" r:id="rId1"/>
    <p:sldLayoutId id="2147483803" r:id="rId2"/>
    <p:sldLayoutId id="2147483804" r:id="rId3"/>
    <p:sldLayoutId id="2147483805" r:id="rId4"/>
    <p:sldLayoutId id="2147483806" r:id="rId5"/>
  </p:sldLayoutIdLst>
  <p:hf hdr="0"/>
  <p:txStyles>
    <p:titleStyle>
      <a:lvl1pPr algn="l" defTabSz="914400" rtl="0" eaLnBrk="1" latinLnBrk="0" hangingPunct="1">
        <a:lnSpc>
          <a:spcPts val="3500"/>
        </a:lnSpc>
        <a:spcBef>
          <a:spcPct val="0"/>
        </a:spcBef>
        <a:buNone/>
        <a:defRPr sz="3500" b="0" i="0" kern="1200" spc="20" baseline="0">
          <a:solidFill>
            <a:schemeClr val="tx1"/>
          </a:solidFill>
          <a:effectLst/>
          <a:latin typeface="Arial" charset="0"/>
          <a:ea typeface="Arial" charset="0"/>
          <a:cs typeface="Arial" charset="0"/>
        </a:defRPr>
      </a:lvl1pPr>
    </p:titleStyle>
    <p:bodyStyle>
      <a:lvl1pPr marL="0" indent="0" algn="l" defTabSz="2880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tabLst>
          <a:tab pos="468000" algn="l"/>
        </a:tabLst>
        <a:defRPr sz="1800" b="0" i="0" kern="1200">
          <a:solidFill>
            <a:schemeClr val="tx1"/>
          </a:solidFill>
          <a:latin typeface="Arial" charset="0"/>
          <a:ea typeface="Arial" charset="0"/>
          <a:cs typeface="Arial" charset="0"/>
        </a:defRPr>
      </a:lvl1pPr>
      <a:lvl2pPr marL="685800" indent="-228600" algn="l" defTabSz="2880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>
          <a:tab pos="468000" algn="l"/>
        </a:tabLst>
        <a:defRPr sz="1800" b="0" i="0" kern="1200">
          <a:solidFill>
            <a:schemeClr val="tx1"/>
          </a:solidFill>
          <a:latin typeface="Arial" charset="0"/>
          <a:ea typeface="Arial" charset="0"/>
          <a:cs typeface="Arial" charset="0"/>
        </a:defRPr>
      </a:lvl2pPr>
      <a:lvl3pPr marL="1257300" indent="-342900" algn="l" defTabSz="288000" rtl="0" eaLnBrk="1" latinLnBrk="0" hangingPunct="1">
        <a:lnSpc>
          <a:spcPct val="90000"/>
        </a:lnSpc>
        <a:spcBef>
          <a:spcPts val="500"/>
        </a:spcBef>
        <a:buFont typeface="+mj-lt"/>
        <a:buAutoNum type="arabicPeriod"/>
        <a:tabLst>
          <a:tab pos="468000" algn="l"/>
        </a:tabLst>
        <a:defRPr sz="1800" b="0" i="0" kern="1200">
          <a:solidFill>
            <a:schemeClr val="tx1"/>
          </a:solidFill>
          <a:latin typeface="Arial" charset="0"/>
          <a:ea typeface="Arial" charset="0"/>
          <a:cs typeface="Arial" charset="0"/>
        </a:defRPr>
      </a:lvl3pPr>
      <a:lvl4pPr marL="1600200" indent="-228600" algn="l" defTabSz="2880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>
          <a:tab pos="468000" algn="l"/>
        </a:tabLst>
        <a:defRPr sz="1800" b="0" i="0" kern="1200">
          <a:solidFill>
            <a:schemeClr val="tx1"/>
          </a:solidFill>
          <a:latin typeface="Arial" charset="0"/>
          <a:ea typeface="Arial" charset="0"/>
          <a:cs typeface="Arial" charset="0"/>
        </a:defRPr>
      </a:lvl4pPr>
      <a:lvl5pPr marL="2171700" indent="-342900" algn="l" defTabSz="288000" rtl="0" eaLnBrk="1" latinLnBrk="0" hangingPunct="1">
        <a:lnSpc>
          <a:spcPct val="90000"/>
        </a:lnSpc>
        <a:spcBef>
          <a:spcPts val="500"/>
        </a:spcBef>
        <a:buFont typeface="+mj-lt"/>
        <a:buAutoNum type="arabicPeriod"/>
        <a:tabLst>
          <a:tab pos="468000" algn="l"/>
        </a:tabLst>
        <a:defRPr sz="1800" b="0" i="0" kern="1200">
          <a:solidFill>
            <a:schemeClr val="tx1"/>
          </a:solidFill>
          <a:latin typeface="Arial" charset="0"/>
          <a:ea typeface="Arial" charset="0"/>
          <a:cs typeface="Arial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43">
          <p15:clr>
            <a:srgbClr val="F26B43"/>
          </p15:clr>
        </p15:guide>
        <p15:guide id="3" orient="horz" pos="1461">
          <p15:clr>
            <a:srgbClr val="F26B43"/>
          </p15:clr>
        </p15:guide>
        <p15:guide id="4" orient="horz" pos="282">
          <p15:clr>
            <a:srgbClr val="F26B43"/>
          </p15:clr>
        </p15:guide>
        <p15:guide id="5" pos="340">
          <p15:clr>
            <a:srgbClr val="F26B43"/>
          </p15:clr>
        </p15:guide>
        <p15:guide id="6" orient="horz" pos="463">
          <p15:clr>
            <a:srgbClr val="F26B43"/>
          </p15:clr>
        </p15:guide>
        <p15:guide id="7" orient="horz" pos="962">
          <p15:clr>
            <a:srgbClr val="F26B43"/>
          </p15:clr>
        </p15:guide>
        <p15:guide id="9" pos="542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1"/>
          <p:cNvSpPr txBox="1">
            <a:spLocks/>
          </p:cNvSpPr>
          <p:nvPr userDrawn="1"/>
        </p:nvSpPr>
        <p:spPr>
          <a:xfrm>
            <a:off x="545880" y="1191497"/>
            <a:ext cx="7772400" cy="73704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3400"/>
              </a:lnSpc>
            </a:pPr>
            <a:endParaRPr lang="de-DE" sz="30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0" name="Titelplatzhalter 9"/>
          <p:cNvSpPr>
            <a:spLocks noGrp="1"/>
          </p:cNvSpPr>
          <p:nvPr>
            <p:ph type="title"/>
          </p:nvPr>
        </p:nvSpPr>
        <p:spPr>
          <a:xfrm>
            <a:off x="539748" y="735013"/>
            <a:ext cx="8064502" cy="61489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CH" dirty="0"/>
              <a:t>Mastertitelformat bearbeiten</a:t>
            </a:r>
            <a:endParaRPr lang="de-DE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1614" y="4888800"/>
            <a:ext cx="308036" cy="10346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r">
              <a:defRPr sz="800" b="1" i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3" name="Fußzeilenplatzhalter 1"/>
          <p:cNvSpPr>
            <a:spLocks noGrp="1"/>
          </p:cNvSpPr>
          <p:nvPr>
            <p:ph type="ftr" sz="quarter" idx="3"/>
          </p:nvPr>
        </p:nvSpPr>
        <p:spPr>
          <a:xfrm>
            <a:off x="1196241" y="4888800"/>
            <a:ext cx="5647288" cy="103466"/>
          </a:xfrm>
          <a:prstGeom prst="rect">
            <a:avLst/>
          </a:prstGeom>
        </p:spPr>
        <p:txBody>
          <a:bodyPr vert="horz" wrap="none" lIns="0" tIns="0" rIns="0" bIns="0" rtlCol="0" anchor="t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de-DE"/>
              <a:t>Workshop "Dashboard Ambulante Kennzahlen"</a:t>
            </a:r>
            <a:endParaRPr lang="de-DE" dirty="0"/>
          </a:p>
        </p:txBody>
      </p:sp>
      <p:cxnSp>
        <p:nvCxnSpPr>
          <p:cNvPr id="15" name="Gerade Verbindung 14"/>
          <p:cNvCxnSpPr/>
          <p:nvPr userDrawn="1"/>
        </p:nvCxnSpPr>
        <p:spPr>
          <a:xfrm>
            <a:off x="539750" y="4809684"/>
            <a:ext cx="8064501" cy="980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6" name="Datumsplatzhalter 6"/>
          <p:cNvSpPr>
            <a:spLocks noGrp="1"/>
          </p:cNvSpPr>
          <p:nvPr>
            <p:ph type="dt" sz="half" idx="2"/>
          </p:nvPr>
        </p:nvSpPr>
        <p:spPr>
          <a:xfrm>
            <a:off x="7477128" y="4888800"/>
            <a:ext cx="824487" cy="103465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800"/>
            </a:lvl1pPr>
          </a:lstStyle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idx="1"/>
          </p:nvPr>
        </p:nvSpPr>
        <p:spPr>
          <a:xfrm>
            <a:off x="539748" y="1635124"/>
            <a:ext cx="8064502" cy="287711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Erste Ebene</a:t>
            </a:r>
          </a:p>
          <a:p>
            <a:pPr lvl="2"/>
            <a:r>
              <a:rPr lang="de-DE" dirty="0"/>
              <a:t>Zweite Ebene</a:t>
            </a:r>
          </a:p>
          <a:p>
            <a:pPr lvl="3"/>
            <a:r>
              <a:rPr lang="de-DE" dirty="0"/>
              <a:t>Dritte Ebene</a:t>
            </a:r>
          </a:p>
          <a:p>
            <a:pPr lvl="4"/>
            <a:r>
              <a:rPr lang="de-DE" dirty="0"/>
              <a:t>Vierte Ebene</a:t>
            </a:r>
          </a:p>
          <a:p>
            <a:pPr lvl="5"/>
            <a:r>
              <a:rPr lang="de-DE" dirty="0"/>
              <a:t>Fünfte Ebene</a:t>
            </a:r>
          </a:p>
          <a:p>
            <a:pPr lvl="6"/>
            <a:r>
              <a:rPr lang="de-DE" dirty="0"/>
              <a:t>Sechste Ebene</a:t>
            </a:r>
          </a:p>
          <a:p>
            <a:pPr lvl="7"/>
            <a:r>
              <a:rPr lang="de-DE" dirty="0"/>
              <a:t>Siebte Ebene</a:t>
            </a:r>
          </a:p>
          <a:p>
            <a:pPr lvl="8"/>
            <a:r>
              <a:rPr lang="de-DE" dirty="0"/>
              <a:t>Achte Ebene</a:t>
            </a:r>
          </a:p>
        </p:txBody>
      </p:sp>
      <p:sp>
        <p:nvSpPr>
          <p:cNvPr id="14" name="Textfeld 13"/>
          <p:cNvSpPr txBox="1"/>
          <p:nvPr userDrawn="1"/>
        </p:nvSpPr>
        <p:spPr>
          <a:xfrm>
            <a:off x="545880" y="4888800"/>
            <a:ext cx="64517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800" b="1" dirty="0"/>
              <a:t>Inselspital –</a:t>
            </a:r>
            <a:endParaRPr lang="en-GB" sz="800" dirty="0"/>
          </a:p>
        </p:txBody>
      </p:sp>
      <p:pic>
        <p:nvPicPr>
          <p:cNvPr id="17" name="Grafik 16"/>
          <p:cNvPicPr>
            <a:picLocks noChangeAspect="1"/>
          </p:cNvPicPr>
          <p:nvPr userDrawn="1"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290" y="191701"/>
            <a:ext cx="2678829" cy="543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147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67" r:id="rId3"/>
    <p:sldLayoutId id="2147483768" r:id="rId4"/>
    <p:sldLayoutId id="2147483775" r:id="rId5"/>
    <p:sldLayoutId id="2147483776" r:id="rId6"/>
    <p:sldLayoutId id="2147483777" r:id="rId7"/>
    <p:sldLayoutId id="2147483778" r:id="rId8"/>
    <p:sldLayoutId id="2147483732" r:id="rId9"/>
    <p:sldLayoutId id="2147483733" r:id="rId10"/>
    <p:sldLayoutId id="2147483779" r:id="rId11"/>
    <p:sldLayoutId id="2147483780" r:id="rId12"/>
  </p:sldLayoutIdLst>
  <p:hf hdr="0"/>
  <p:txStyles>
    <p:titleStyle>
      <a:lvl1pPr algn="l" defTabSz="914400" rtl="0" eaLnBrk="1" latinLnBrk="0" hangingPunct="1">
        <a:lnSpc>
          <a:spcPts val="2700"/>
        </a:lnSpc>
        <a:spcBef>
          <a:spcPct val="0"/>
        </a:spcBef>
        <a:buNone/>
        <a:defRPr sz="2200" b="1" i="0" kern="1200" spc="20" baseline="0">
          <a:solidFill>
            <a:schemeClr val="tx1"/>
          </a:solidFill>
          <a:effectLst/>
          <a:latin typeface="Arial" charset="0"/>
          <a:ea typeface="Arial" charset="0"/>
          <a:cs typeface="Arial" charset="0"/>
        </a:defRPr>
      </a:lvl1pPr>
    </p:titleStyle>
    <p:bodyStyle>
      <a:lvl1pPr marL="284400" indent="-284400" algn="l" defTabSz="288000" rtl="0" eaLnBrk="1" latinLnBrk="0" hangingPunct="1">
        <a:lnSpc>
          <a:spcPts val="2100"/>
        </a:lnSpc>
        <a:spcBef>
          <a:spcPts val="1000"/>
        </a:spcBef>
        <a:buFont typeface="Arial" panose="020B0604020202020204" pitchFamily="34" charset="0"/>
        <a:buChar char="•"/>
        <a:tabLst>
          <a:tab pos="468000" algn="l"/>
        </a:tabLst>
        <a:defRPr sz="1800" b="0" i="0" kern="120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284400" indent="-284400" algn="l" defTabSz="288000" rtl="0" eaLnBrk="1" latinLnBrk="0" hangingPunct="1">
        <a:lnSpc>
          <a:spcPts val="2100"/>
        </a:lnSpc>
        <a:spcBef>
          <a:spcPts val="1000"/>
        </a:spcBef>
        <a:buFont typeface="Arial" panose="020B0604020202020204" pitchFamily="34" charset="0"/>
        <a:buChar char="•"/>
        <a:tabLst>
          <a:tab pos="468000" algn="l"/>
        </a:tabLst>
        <a:defRPr sz="1800" b="0" i="0" kern="1200">
          <a:solidFill>
            <a:schemeClr val="tx1"/>
          </a:solidFill>
          <a:latin typeface="Arial" charset="0"/>
          <a:ea typeface="Arial" charset="0"/>
          <a:cs typeface="Arial" charset="0"/>
        </a:defRPr>
      </a:lvl2pPr>
      <a:lvl3pPr marL="568800" indent="-284400" algn="l" defTabSz="288000" rtl="0" eaLnBrk="1" latinLnBrk="0" hangingPunct="1">
        <a:lnSpc>
          <a:spcPts val="2100"/>
        </a:lnSpc>
        <a:spcBef>
          <a:spcPts val="1000"/>
        </a:spcBef>
        <a:buFont typeface="Arial" panose="020B0604020202020204" pitchFamily="34" charset="0"/>
        <a:buChar char="•"/>
        <a:tabLst>
          <a:tab pos="468000" algn="l"/>
        </a:tabLst>
        <a:defRPr sz="1800" b="0" i="0" kern="1200" baseline="0">
          <a:solidFill>
            <a:schemeClr val="tx1"/>
          </a:solidFill>
          <a:latin typeface="+mn-lt"/>
          <a:ea typeface="Arial" charset="0"/>
          <a:cs typeface="Arial" charset="0"/>
        </a:defRPr>
      </a:lvl3pPr>
      <a:lvl4pPr marL="853200" indent="-284400" algn="l" defTabSz="288000" rtl="0" eaLnBrk="1" latinLnBrk="0" hangingPunct="1">
        <a:lnSpc>
          <a:spcPts val="2100"/>
        </a:lnSpc>
        <a:spcBef>
          <a:spcPts val="1000"/>
        </a:spcBef>
        <a:buFont typeface="Arial" panose="020B0604020202020204" pitchFamily="34" charset="0"/>
        <a:buChar char="•"/>
        <a:tabLst>
          <a:tab pos="468000" algn="l"/>
        </a:tabLst>
        <a:defRPr sz="1800" b="0" i="0" kern="1200">
          <a:solidFill>
            <a:schemeClr val="tx1"/>
          </a:solidFill>
          <a:latin typeface="+mn-lt"/>
          <a:ea typeface="Arial" charset="0"/>
          <a:cs typeface="Arial" charset="0"/>
        </a:defRPr>
      </a:lvl4pPr>
      <a:lvl5pPr marL="1137600" indent="-284400" algn="l" defTabSz="288000" rtl="0" eaLnBrk="1" latinLnBrk="0" hangingPunct="1">
        <a:lnSpc>
          <a:spcPts val="2100"/>
        </a:lnSpc>
        <a:spcBef>
          <a:spcPts val="1000"/>
        </a:spcBef>
        <a:buFont typeface="Arial" panose="020B0604020202020204" pitchFamily="34" charset="0"/>
        <a:buChar char="•"/>
        <a:tabLst>
          <a:tab pos="468000" algn="l"/>
        </a:tabLst>
        <a:defRPr sz="1800" b="0" i="0" kern="1200">
          <a:solidFill>
            <a:schemeClr val="tx1"/>
          </a:solidFill>
          <a:latin typeface="+mn-lt"/>
          <a:ea typeface="Arial" charset="0"/>
          <a:cs typeface="Arial" charset="0"/>
        </a:defRPr>
      </a:lvl5pPr>
      <a:lvl6pPr marL="1422000" indent="-284400" algn="l" defTabSz="914400" rtl="0" eaLnBrk="1" latinLnBrk="0" hangingPunct="1">
        <a:lnSpc>
          <a:spcPts val="21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706400" indent="-284400" algn="l" defTabSz="914400" rtl="0" eaLnBrk="1" latinLnBrk="0" hangingPunct="1">
        <a:lnSpc>
          <a:spcPts val="21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1990800" indent="-284400" algn="l" defTabSz="914400" rtl="0" eaLnBrk="1" latinLnBrk="0" hangingPunct="1">
        <a:lnSpc>
          <a:spcPts val="21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275200" indent="-284400" algn="l" defTabSz="914400" rtl="0" eaLnBrk="1" latinLnBrk="0" hangingPunct="1">
        <a:lnSpc>
          <a:spcPts val="21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35" userDrawn="1">
          <p15:clr>
            <a:srgbClr val="F26B43"/>
          </p15:clr>
        </p15:guide>
        <p15:guide id="3" orient="horz" pos="282" userDrawn="1">
          <p15:clr>
            <a:srgbClr val="F26B43"/>
          </p15:clr>
        </p15:guide>
        <p15:guide id="4" pos="340" userDrawn="1">
          <p15:clr>
            <a:srgbClr val="F26B43"/>
          </p15:clr>
        </p15:guide>
        <p15:guide id="5" orient="horz" pos="463" userDrawn="1">
          <p15:clr>
            <a:srgbClr val="F26B43"/>
          </p15:clr>
        </p15:guide>
        <p15:guide id="6" orient="horz" pos="1030" userDrawn="1">
          <p15:clr>
            <a:srgbClr val="F26B43"/>
          </p15:clr>
        </p15:guide>
        <p15:guide id="7" orient="horz" pos="849" userDrawn="1">
          <p15:clr>
            <a:srgbClr val="F26B43"/>
          </p15:clr>
        </p15:guide>
        <p15:guide id="8" pos="5420" userDrawn="1">
          <p15:clr>
            <a:srgbClr val="F26B43"/>
          </p15:clr>
        </p15:guide>
        <p15:guide id="9" pos="2925" userDrawn="1">
          <p15:clr>
            <a:srgbClr val="F26B43"/>
          </p15:clr>
        </p15:guide>
        <p15:guide id="10" orient="horz" pos="2845" userDrawn="1">
          <p15:clr>
            <a:srgbClr val="F26B43"/>
          </p15:clr>
        </p15:guide>
        <p15:guide id="11" pos="3696" userDrawn="1">
          <p15:clr>
            <a:srgbClr val="F26B43"/>
          </p15:clr>
        </p15:guide>
        <p15:guide id="12" pos="3787" userDrawn="1">
          <p15:clr>
            <a:srgbClr val="F26B43"/>
          </p15:clr>
        </p15:guide>
        <p15:guide id="13" pos="4558" userDrawn="1">
          <p15:clr>
            <a:srgbClr val="F26B43"/>
          </p15:clr>
        </p15:guide>
        <p15:guide id="14" pos="4649" userDrawn="1">
          <p15:clr>
            <a:srgbClr val="F26B43"/>
          </p15:clr>
        </p15:guide>
        <p15:guide id="15" pos="1111" userDrawn="1">
          <p15:clr>
            <a:srgbClr val="F26B43"/>
          </p15:clr>
        </p15:guide>
        <p15:guide id="16" pos="1202" userDrawn="1">
          <p15:clr>
            <a:srgbClr val="F26B43"/>
          </p15:clr>
        </p15:guide>
        <p15:guide id="17" pos="1973" userDrawn="1">
          <p15:clr>
            <a:srgbClr val="F26B43"/>
          </p15:clr>
        </p15:guide>
        <p15:guide id="18" pos="2073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platzhalter 9"/>
          <p:cNvSpPr>
            <a:spLocks noGrp="1"/>
          </p:cNvSpPr>
          <p:nvPr>
            <p:ph type="title"/>
          </p:nvPr>
        </p:nvSpPr>
        <p:spPr>
          <a:xfrm>
            <a:off x="545880" y="735013"/>
            <a:ext cx="8064502" cy="61277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CH" dirty="0"/>
              <a:t>Mastertitelformat bearbeiten</a:t>
            </a:r>
            <a:endParaRPr lang="de-DE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1614" y="4888800"/>
            <a:ext cx="308036" cy="10346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r">
              <a:defRPr sz="800" b="1" i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3" name="Fußzeilenplatzhalter 1"/>
          <p:cNvSpPr>
            <a:spLocks noGrp="1"/>
          </p:cNvSpPr>
          <p:nvPr>
            <p:ph type="ftr" sz="quarter" idx="3"/>
          </p:nvPr>
        </p:nvSpPr>
        <p:spPr>
          <a:xfrm>
            <a:off x="1193744" y="4888800"/>
            <a:ext cx="5581721" cy="103466"/>
          </a:xfrm>
          <a:prstGeom prst="rect">
            <a:avLst/>
          </a:prstGeom>
        </p:spPr>
        <p:txBody>
          <a:bodyPr vert="horz" wrap="none" lIns="0" tIns="0" rIns="0" bIns="0" rtlCol="0" anchor="t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de-DE"/>
              <a:t>Workshop "Dashboard Ambulante Kennzahlen"</a:t>
            </a:r>
            <a:endParaRPr lang="de-DE" dirty="0"/>
          </a:p>
        </p:txBody>
      </p:sp>
      <p:cxnSp>
        <p:nvCxnSpPr>
          <p:cNvPr id="15" name="Gerade Verbindung 14"/>
          <p:cNvCxnSpPr/>
          <p:nvPr userDrawn="1"/>
        </p:nvCxnSpPr>
        <p:spPr>
          <a:xfrm>
            <a:off x="539750" y="4809600"/>
            <a:ext cx="8064501" cy="980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6" name="Datumsplatzhalter 6"/>
          <p:cNvSpPr>
            <a:spLocks noGrp="1"/>
          </p:cNvSpPr>
          <p:nvPr>
            <p:ph type="dt" sz="half" idx="2"/>
          </p:nvPr>
        </p:nvSpPr>
        <p:spPr>
          <a:xfrm>
            <a:off x="7477128" y="4888800"/>
            <a:ext cx="824487" cy="103465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800"/>
            </a:lvl1pPr>
          </a:lstStyle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2" name="Textplatzhalter 1"/>
          <p:cNvSpPr>
            <a:spLocks noGrp="1"/>
          </p:cNvSpPr>
          <p:nvPr>
            <p:ph type="body" idx="1"/>
          </p:nvPr>
        </p:nvSpPr>
        <p:spPr>
          <a:xfrm>
            <a:off x="545880" y="1635124"/>
            <a:ext cx="8064502" cy="288131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5E585E0A-E625-49EF-BE2B-9D8025621D23}"/>
              </a:ext>
            </a:extLst>
          </p:cNvPr>
          <p:cNvSpPr txBox="1"/>
          <p:nvPr userDrawn="1"/>
        </p:nvSpPr>
        <p:spPr>
          <a:xfrm>
            <a:off x="545880" y="4888800"/>
            <a:ext cx="64517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800" b="1" dirty="0"/>
              <a:t>Inselspital –</a:t>
            </a:r>
            <a:endParaRPr lang="en-GB" sz="800" dirty="0"/>
          </a:p>
        </p:txBody>
      </p:sp>
      <p:pic>
        <p:nvPicPr>
          <p:cNvPr id="11" name="Grafik 10"/>
          <p:cNvPicPr>
            <a:picLocks noChangeAspect="1"/>
          </p:cNvPicPr>
          <p:nvPr userDrawn="1"/>
        </p:nvPicPr>
        <p:blipFill>
          <a:blip r:embed="rId20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290" y="191701"/>
            <a:ext cx="2678829" cy="543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757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69" r:id="rId3"/>
    <p:sldLayoutId id="2147483770" r:id="rId4"/>
    <p:sldLayoutId id="2147483722" r:id="rId5"/>
    <p:sldLayoutId id="2147483723" r:id="rId6"/>
    <p:sldLayoutId id="2147483781" r:id="rId7"/>
    <p:sldLayoutId id="2147483782" r:id="rId8"/>
    <p:sldLayoutId id="2147483727" r:id="rId9"/>
    <p:sldLayoutId id="2147483726" r:id="rId10"/>
    <p:sldLayoutId id="2147483773" r:id="rId11"/>
    <p:sldLayoutId id="2147483774" r:id="rId12"/>
    <p:sldLayoutId id="2147483734" r:id="rId13"/>
    <p:sldLayoutId id="2147483735" r:id="rId14"/>
    <p:sldLayoutId id="2147483793" r:id="rId15"/>
    <p:sldLayoutId id="2147483794" r:id="rId16"/>
    <p:sldLayoutId id="2147483795" r:id="rId17"/>
    <p:sldLayoutId id="2147483796" r:id="rId18"/>
  </p:sldLayoutIdLst>
  <p:hf hdr="0"/>
  <p:txStyles>
    <p:titleStyle>
      <a:lvl1pPr algn="l" defTabSz="914400" rtl="0" eaLnBrk="1" latinLnBrk="0" hangingPunct="1">
        <a:lnSpc>
          <a:spcPts val="2700"/>
        </a:lnSpc>
        <a:spcBef>
          <a:spcPct val="0"/>
        </a:spcBef>
        <a:buNone/>
        <a:defRPr sz="2200" b="1" i="0" kern="1200" spc="20" baseline="0">
          <a:solidFill>
            <a:schemeClr val="tx1"/>
          </a:solidFill>
          <a:effectLst/>
          <a:latin typeface="Arial" charset="0"/>
          <a:ea typeface="Arial" charset="0"/>
          <a:cs typeface="Arial" charset="0"/>
        </a:defRPr>
      </a:lvl1pPr>
    </p:titleStyle>
    <p:bodyStyle>
      <a:lvl1pPr marL="284400" indent="-284400" algn="l" defTabSz="288000" rtl="0" eaLnBrk="1" latinLnBrk="0" hangingPunct="1">
        <a:lnSpc>
          <a:spcPts val="1700"/>
        </a:lnSpc>
        <a:spcBef>
          <a:spcPts val="1000"/>
        </a:spcBef>
        <a:buFont typeface="Arial" panose="020B0604020202020204" pitchFamily="34" charset="0"/>
        <a:buChar char="•"/>
        <a:tabLst>
          <a:tab pos="468000" algn="l"/>
        </a:tabLst>
        <a:defRPr sz="1400" b="0" i="0" kern="1200" baseline="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568800" indent="-284400" algn="l" defTabSz="288000" rtl="0" eaLnBrk="1" latinLnBrk="0" hangingPunct="1">
        <a:lnSpc>
          <a:spcPts val="1700"/>
        </a:lnSpc>
        <a:spcBef>
          <a:spcPts val="1000"/>
        </a:spcBef>
        <a:buFont typeface="Arial" panose="020B0604020202020204" pitchFamily="34" charset="0"/>
        <a:buChar char="•"/>
        <a:tabLst>
          <a:tab pos="468000" algn="l"/>
        </a:tabLst>
        <a:defRPr sz="1400" b="0" i="0" kern="1200">
          <a:solidFill>
            <a:schemeClr val="tx1"/>
          </a:solidFill>
          <a:latin typeface="Arial" charset="0"/>
          <a:ea typeface="Arial" charset="0"/>
          <a:cs typeface="Arial" charset="0"/>
        </a:defRPr>
      </a:lvl2pPr>
      <a:lvl3pPr marL="853200" indent="-284400" algn="l" defTabSz="288000" rtl="0" eaLnBrk="1" latinLnBrk="0" hangingPunct="1">
        <a:lnSpc>
          <a:spcPts val="1700"/>
        </a:lnSpc>
        <a:spcBef>
          <a:spcPts val="1000"/>
        </a:spcBef>
        <a:buFont typeface="Arial" panose="020B0604020202020204" pitchFamily="34" charset="0"/>
        <a:buChar char="•"/>
        <a:tabLst>
          <a:tab pos="468000" algn="l"/>
        </a:tabLst>
        <a:defRPr sz="1400" b="0" i="0" kern="1200" baseline="0">
          <a:solidFill>
            <a:schemeClr val="tx1"/>
          </a:solidFill>
          <a:latin typeface="+mn-lt"/>
          <a:ea typeface="Arial" charset="0"/>
          <a:cs typeface="Arial" charset="0"/>
        </a:defRPr>
      </a:lvl3pPr>
      <a:lvl4pPr marL="1137600" indent="-284400" algn="l" defTabSz="288000" rtl="0" eaLnBrk="1" latinLnBrk="0" hangingPunct="1">
        <a:lnSpc>
          <a:spcPts val="1700"/>
        </a:lnSpc>
        <a:spcBef>
          <a:spcPts val="1000"/>
        </a:spcBef>
        <a:buFont typeface="Arial" panose="020B0604020202020204" pitchFamily="34" charset="0"/>
        <a:buChar char="•"/>
        <a:tabLst>
          <a:tab pos="468000" algn="l"/>
        </a:tabLst>
        <a:defRPr sz="1400" b="0" i="0" kern="1200">
          <a:solidFill>
            <a:schemeClr val="tx1"/>
          </a:solidFill>
          <a:latin typeface="+mn-lt"/>
          <a:ea typeface="Arial" charset="0"/>
          <a:cs typeface="Arial" charset="0"/>
        </a:defRPr>
      </a:lvl4pPr>
      <a:lvl5pPr marL="1422000" indent="-284400" algn="l" defTabSz="288000" rtl="0" eaLnBrk="1" latinLnBrk="0" hangingPunct="1">
        <a:lnSpc>
          <a:spcPts val="1700"/>
        </a:lnSpc>
        <a:spcBef>
          <a:spcPts val="1000"/>
        </a:spcBef>
        <a:buFont typeface="Arial" panose="020B0604020202020204" pitchFamily="34" charset="0"/>
        <a:buChar char="•"/>
        <a:tabLst>
          <a:tab pos="468000" algn="l"/>
        </a:tabLst>
        <a:defRPr sz="1400" b="0" i="0" kern="1200">
          <a:solidFill>
            <a:schemeClr val="tx1"/>
          </a:solidFill>
          <a:latin typeface="+mn-lt"/>
          <a:ea typeface="Arial" charset="0"/>
          <a:cs typeface="Arial" charset="0"/>
        </a:defRPr>
      </a:lvl5pPr>
      <a:lvl6pPr marL="1706400" indent="-284400" algn="l" defTabSz="914400" rtl="0" eaLnBrk="1" latinLnBrk="0" hangingPunct="1">
        <a:lnSpc>
          <a:spcPts val="17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90800" indent="-284400" algn="l" defTabSz="914400" rtl="0" eaLnBrk="1" latinLnBrk="0" hangingPunct="1">
        <a:lnSpc>
          <a:spcPts val="17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75200" indent="-284400" algn="l" defTabSz="914400" rtl="0" eaLnBrk="1" latinLnBrk="0" hangingPunct="1">
        <a:lnSpc>
          <a:spcPts val="1700"/>
        </a:lnSpc>
        <a:spcBef>
          <a:spcPts val="1000"/>
        </a:spcBef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559600" indent="-284400" algn="l" defTabSz="914400" rtl="0" eaLnBrk="1" latinLnBrk="0" hangingPunct="1">
        <a:lnSpc>
          <a:spcPts val="1700"/>
        </a:lnSpc>
        <a:spcBef>
          <a:spcPts val="1000"/>
        </a:spcBef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35" userDrawn="1">
          <p15:clr>
            <a:srgbClr val="F26B43"/>
          </p15:clr>
        </p15:guide>
        <p15:guide id="3" orient="horz" pos="282" userDrawn="1">
          <p15:clr>
            <a:srgbClr val="F26B43"/>
          </p15:clr>
        </p15:guide>
        <p15:guide id="4" pos="340" userDrawn="1">
          <p15:clr>
            <a:srgbClr val="F26B43"/>
          </p15:clr>
        </p15:guide>
        <p15:guide id="5" orient="horz" pos="463" userDrawn="1">
          <p15:clr>
            <a:srgbClr val="F26B43"/>
          </p15:clr>
        </p15:guide>
        <p15:guide id="6" orient="horz" pos="1030" userDrawn="1">
          <p15:clr>
            <a:srgbClr val="F26B43"/>
          </p15:clr>
        </p15:guide>
        <p15:guide id="7" orient="horz" pos="849" userDrawn="1">
          <p15:clr>
            <a:srgbClr val="F26B43"/>
          </p15:clr>
        </p15:guide>
        <p15:guide id="8" pos="5420" userDrawn="1">
          <p15:clr>
            <a:srgbClr val="F26B43"/>
          </p15:clr>
        </p15:guide>
        <p15:guide id="9" pos="2925" userDrawn="1">
          <p15:clr>
            <a:srgbClr val="F26B43"/>
          </p15:clr>
        </p15:guide>
        <p15:guide id="10" orient="horz" pos="2845" userDrawn="1">
          <p15:clr>
            <a:srgbClr val="F26B43"/>
          </p15:clr>
        </p15:guide>
        <p15:guide id="11" pos="1111" userDrawn="1">
          <p15:clr>
            <a:srgbClr val="F26B43"/>
          </p15:clr>
        </p15:guide>
        <p15:guide id="12" pos="1202" userDrawn="1">
          <p15:clr>
            <a:srgbClr val="F26B43"/>
          </p15:clr>
        </p15:guide>
        <p15:guide id="13" pos="1973" userDrawn="1">
          <p15:clr>
            <a:srgbClr val="F26B43"/>
          </p15:clr>
        </p15:guide>
        <p15:guide id="14" pos="2073" userDrawn="1">
          <p15:clr>
            <a:srgbClr val="F26B43"/>
          </p15:clr>
        </p15:guide>
        <p15:guide id="15" pos="3696" userDrawn="1">
          <p15:clr>
            <a:srgbClr val="F26B43"/>
          </p15:clr>
        </p15:guide>
        <p15:guide id="16" pos="3787" userDrawn="1">
          <p15:clr>
            <a:srgbClr val="F26B43"/>
          </p15:clr>
        </p15:guide>
        <p15:guide id="17" pos="4558" userDrawn="1">
          <p15:clr>
            <a:srgbClr val="F26B43"/>
          </p15:clr>
        </p15:guide>
        <p15:guide id="18" pos="4649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platzhalter 9"/>
          <p:cNvSpPr>
            <a:spLocks noGrp="1"/>
          </p:cNvSpPr>
          <p:nvPr>
            <p:ph type="title"/>
          </p:nvPr>
        </p:nvSpPr>
        <p:spPr>
          <a:xfrm>
            <a:off x="539748" y="735014"/>
            <a:ext cx="8064502" cy="61489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CH" dirty="0"/>
              <a:t>Mastertitelformat bearbeiten</a:t>
            </a:r>
            <a:endParaRPr lang="de-DE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1614" y="4888800"/>
            <a:ext cx="308036" cy="10346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r">
              <a:defRPr sz="800" b="1" i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3" name="Fußzeilenplatzhalter 1"/>
          <p:cNvSpPr>
            <a:spLocks noGrp="1"/>
          </p:cNvSpPr>
          <p:nvPr>
            <p:ph type="ftr" sz="quarter" idx="3"/>
          </p:nvPr>
        </p:nvSpPr>
        <p:spPr>
          <a:xfrm>
            <a:off x="1193744" y="4888800"/>
            <a:ext cx="5581721" cy="103466"/>
          </a:xfrm>
          <a:prstGeom prst="rect">
            <a:avLst/>
          </a:prstGeom>
        </p:spPr>
        <p:txBody>
          <a:bodyPr vert="horz" wrap="none" lIns="0" tIns="0" rIns="0" bIns="0" rtlCol="0" anchor="t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de-DE"/>
              <a:t>Workshop "Dashboard Ambulante Kennzahlen"</a:t>
            </a:r>
            <a:endParaRPr lang="de-DE" dirty="0"/>
          </a:p>
        </p:txBody>
      </p:sp>
      <p:cxnSp>
        <p:nvCxnSpPr>
          <p:cNvPr id="15" name="Gerade Verbindung 14"/>
          <p:cNvCxnSpPr/>
          <p:nvPr userDrawn="1"/>
        </p:nvCxnSpPr>
        <p:spPr>
          <a:xfrm>
            <a:off x="539750" y="4809600"/>
            <a:ext cx="8064501" cy="980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6" name="Datumsplatzhalter 6"/>
          <p:cNvSpPr>
            <a:spLocks noGrp="1"/>
          </p:cNvSpPr>
          <p:nvPr>
            <p:ph type="dt" sz="half" idx="2"/>
          </p:nvPr>
        </p:nvSpPr>
        <p:spPr>
          <a:xfrm>
            <a:off x="7477128" y="4888800"/>
            <a:ext cx="824487" cy="103465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800"/>
            </a:lvl1pPr>
          </a:lstStyle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33" name="Textplatzhalter 1">
            <a:extLst>
              <a:ext uri="{FF2B5EF4-FFF2-40B4-BE49-F238E27FC236}">
                <a16:creationId xmlns:a16="http://schemas.microsoft.com/office/drawing/2014/main" id="{B6D1D810-393C-4515-AAB2-0AD713BE68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9748" y="1635125"/>
            <a:ext cx="8064502" cy="28813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6501512F-4CFE-4BAF-A212-E97E0C88AD3E}"/>
              </a:ext>
            </a:extLst>
          </p:cNvPr>
          <p:cNvSpPr txBox="1"/>
          <p:nvPr userDrawn="1"/>
        </p:nvSpPr>
        <p:spPr>
          <a:xfrm>
            <a:off x="545880" y="4888800"/>
            <a:ext cx="64517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800" b="1" dirty="0"/>
              <a:t>Inselspital –</a:t>
            </a:r>
            <a:endParaRPr lang="en-GB" sz="800" dirty="0"/>
          </a:p>
        </p:txBody>
      </p:sp>
      <p:pic>
        <p:nvPicPr>
          <p:cNvPr id="11" name="Grafik 10"/>
          <p:cNvPicPr>
            <a:picLocks noChangeAspect="1"/>
          </p:cNvPicPr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290" y="191701"/>
            <a:ext cx="2678829" cy="543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855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7" r:id="rId7"/>
    <p:sldLayoutId id="2147483798" r:id="rId8"/>
    <p:sldLayoutId id="2147483711" r:id="rId9"/>
    <p:sldLayoutId id="2147483719" r:id="rId10"/>
  </p:sldLayoutIdLst>
  <p:hf hdr="0"/>
  <p:txStyles>
    <p:titleStyle>
      <a:lvl1pPr algn="l" defTabSz="914400" rtl="0" eaLnBrk="1" latinLnBrk="0" hangingPunct="1">
        <a:lnSpc>
          <a:spcPts val="2700"/>
        </a:lnSpc>
        <a:spcBef>
          <a:spcPct val="0"/>
        </a:spcBef>
        <a:buNone/>
        <a:defRPr sz="2200" b="1" i="0" kern="1200" spc="20" baseline="0">
          <a:solidFill>
            <a:schemeClr val="tx1"/>
          </a:solidFill>
          <a:effectLst/>
          <a:latin typeface="Arial" charset="0"/>
          <a:ea typeface="Arial" charset="0"/>
          <a:cs typeface="Arial" charset="0"/>
        </a:defRPr>
      </a:lvl1pPr>
    </p:titleStyle>
    <p:bodyStyle>
      <a:lvl1pPr marL="198000" indent="-198000" algn="l" defTabSz="28800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tabLst>
          <a:tab pos="468000" algn="l"/>
        </a:tabLst>
        <a:defRPr sz="1200" b="0" i="0" kern="120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396000" indent="-198000" algn="l" defTabSz="28800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tabLst>
          <a:tab pos="468000" algn="l"/>
        </a:tabLst>
        <a:defRPr sz="1200" b="0" i="0" kern="1200">
          <a:solidFill>
            <a:schemeClr val="tx1"/>
          </a:solidFill>
          <a:latin typeface="+mn-lt"/>
          <a:ea typeface="Arial" charset="0"/>
          <a:cs typeface="Arial" charset="0"/>
        </a:defRPr>
      </a:lvl2pPr>
      <a:lvl3pPr marL="594000" indent="-198000" algn="l" defTabSz="28800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tabLst>
          <a:tab pos="468000" algn="l"/>
        </a:tabLst>
        <a:defRPr sz="1200" b="0" i="0" kern="1200" baseline="0">
          <a:solidFill>
            <a:schemeClr val="tx1"/>
          </a:solidFill>
          <a:latin typeface="+mn-lt"/>
          <a:ea typeface="Arial" charset="0"/>
          <a:cs typeface="Arial" charset="0"/>
        </a:defRPr>
      </a:lvl3pPr>
      <a:lvl4pPr marL="792000" indent="-198000" algn="l" defTabSz="28800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tabLst>
          <a:tab pos="468000" algn="l"/>
        </a:tabLst>
        <a:defRPr sz="1200" b="0" i="0" kern="1200">
          <a:solidFill>
            <a:schemeClr val="tx1"/>
          </a:solidFill>
          <a:latin typeface="+mn-lt"/>
          <a:ea typeface="Arial" charset="0"/>
          <a:cs typeface="Arial" charset="0"/>
        </a:defRPr>
      </a:lvl4pPr>
      <a:lvl5pPr marL="990000" indent="-198000" algn="l" defTabSz="28800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tabLst>
          <a:tab pos="468000" algn="l"/>
        </a:tabLst>
        <a:defRPr sz="1200" b="0" i="0" kern="1200">
          <a:solidFill>
            <a:schemeClr val="tx1"/>
          </a:solidFill>
          <a:latin typeface="Arial" charset="0"/>
          <a:ea typeface="Arial" charset="0"/>
          <a:cs typeface="Arial" charset="0"/>
        </a:defRPr>
      </a:lvl5pPr>
      <a:lvl6pPr marL="1188000" indent="-198000" algn="l" defTabSz="914400" rtl="0" eaLnBrk="1" latinLnBrk="0" hangingPunct="1">
        <a:lnSpc>
          <a:spcPts val="1400"/>
        </a:lnSpc>
        <a:spcBef>
          <a:spcPts val="8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386000" indent="-198000" algn="l" defTabSz="91440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584000" indent="-198000" algn="l" defTabSz="91440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854000" indent="-198000" algn="l" defTabSz="91440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35" userDrawn="1">
          <p15:clr>
            <a:srgbClr val="F26B43"/>
          </p15:clr>
        </p15:guide>
        <p15:guide id="3" orient="horz" pos="282" userDrawn="1">
          <p15:clr>
            <a:srgbClr val="F26B43"/>
          </p15:clr>
        </p15:guide>
        <p15:guide id="4" pos="340" userDrawn="1">
          <p15:clr>
            <a:srgbClr val="F26B43"/>
          </p15:clr>
        </p15:guide>
        <p15:guide id="5" orient="horz" pos="463" userDrawn="1">
          <p15:clr>
            <a:srgbClr val="F26B43"/>
          </p15:clr>
        </p15:guide>
        <p15:guide id="6" orient="horz" pos="1030" userDrawn="1">
          <p15:clr>
            <a:srgbClr val="F26B43"/>
          </p15:clr>
        </p15:guide>
        <p15:guide id="7" orient="horz" pos="849" userDrawn="1">
          <p15:clr>
            <a:srgbClr val="F26B43"/>
          </p15:clr>
        </p15:guide>
        <p15:guide id="8" pos="5420" userDrawn="1">
          <p15:clr>
            <a:srgbClr val="F26B43"/>
          </p15:clr>
        </p15:guide>
        <p15:guide id="9" pos="2925" userDrawn="1">
          <p15:clr>
            <a:srgbClr val="F26B43"/>
          </p15:clr>
        </p15:guide>
        <p15:guide id="10" orient="horz" pos="2845" userDrawn="1">
          <p15:clr>
            <a:srgbClr val="F26B43"/>
          </p15:clr>
        </p15:guide>
        <p15:guide id="11" pos="1111" userDrawn="1">
          <p15:clr>
            <a:srgbClr val="F26B43"/>
          </p15:clr>
        </p15:guide>
        <p15:guide id="12" pos="1202" userDrawn="1">
          <p15:clr>
            <a:srgbClr val="F26B43"/>
          </p15:clr>
        </p15:guide>
        <p15:guide id="13" pos="1973" userDrawn="1">
          <p15:clr>
            <a:srgbClr val="F26B43"/>
          </p15:clr>
        </p15:guide>
        <p15:guide id="14" pos="2073" userDrawn="1">
          <p15:clr>
            <a:srgbClr val="F26B43"/>
          </p15:clr>
        </p15:guide>
        <p15:guide id="15" pos="3696" userDrawn="1">
          <p15:clr>
            <a:srgbClr val="F26B43"/>
          </p15:clr>
        </p15:guide>
        <p15:guide id="16" pos="3787" userDrawn="1">
          <p15:clr>
            <a:srgbClr val="F26B43"/>
          </p15:clr>
        </p15:guide>
        <p15:guide id="17" pos="4558" userDrawn="1">
          <p15:clr>
            <a:srgbClr val="F26B43"/>
          </p15:clr>
        </p15:guide>
        <p15:guide id="18" pos="4649" userDrawn="1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platzhalter 9"/>
          <p:cNvSpPr>
            <a:spLocks noGrp="1"/>
          </p:cNvSpPr>
          <p:nvPr>
            <p:ph type="title"/>
          </p:nvPr>
        </p:nvSpPr>
        <p:spPr>
          <a:xfrm>
            <a:off x="539748" y="735013"/>
            <a:ext cx="8064502" cy="61277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CH" dirty="0"/>
              <a:t>Mastertitelformat bearbeiten</a:t>
            </a:r>
            <a:endParaRPr lang="de-DE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1614" y="4888800"/>
            <a:ext cx="308036" cy="10346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r">
              <a:defRPr sz="800" b="1" i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3" name="Fußzeilenplatzhalter 1"/>
          <p:cNvSpPr>
            <a:spLocks noGrp="1"/>
          </p:cNvSpPr>
          <p:nvPr>
            <p:ph type="ftr" sz="quarter" idx="3"/>
          </p:nvPr>
        </p:nvSpPr>
        <p:spPr>
          <a:xfrm>
            <a:off x="1193744" y="4888800"/>
            <a:ext cx="5581721" cy="103466"/>
          </a:xfrm>
          <a:prstGeom prst="rect">
            <a:avLst/>
          </a:prstGeom>
        </p:spPr>
        <p:txBody>
          <a:bodyPr vert="horz" wrap="none" lIns="0" tIns="0" rIns="0" bIns="0" rtlCol="0" anchor="t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de-DE"/>
              <a:t>Workshop "Dashboard Ambulante Kennzahlen"</a:t>
            </a:r>
            <a:endParaRPr lang="de-DE" dirty="0"/>
          </a:p>
        </p:txBody>
      </p:sp>
      <p:cxnSp>
        <p:nvCxnSpPr>
          <p:cNvPr id="15" name="Gerade Verbindung 14"/>
          <p:cNvCxnSpPr/>
          <p:nvPr userDrawn="1"/>
        </p:nvCxnSpPr>
        <p:spPr>
          <a:xfrm>
            <a:off x="539750" y="4809600"/>
            <a:ext cx="8064501" cy="980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6" name="Datumsplatzhalter 6"/>
          <p:cNvSpPr>
            <a:spLocks noGrp="1"/>
          </p:cNvSpPr>
          <p:nvPr>
            <p:ph type="dt" sz="half" idx="2"/>
          </p:nvPr>
        </p:nvSpPr>
        <p:spPr>
          <a:xfrm>
            <a:off x="7477128" y="4888800"/>
            <a:ext cx="824487" cy="103465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800"/>
            </a:lvl1pPr>
          </a:lstStyle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2" name="Textplatzhalter 1"/>
          <p:cNvSpPr>
            <a:spLocks noGrp="1"/>
          </p:cNvSpPr>
          <p:nvPr>
            <p:ph type="body" idx="1"/>
          </p:nvPr>
        </p:nvSpPr>
        <p:spPr>
          <a:xfrm>
            <a:off x="539748" y="1635125"/>
            <a:ext cx="8064502" cy="28813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3386F8C9-4864-4E81-9BE8-0D2DB59548C9}"/>
              </a:ext>
            </a:extLst>
          </p:cNvPr>
          <p:cNvSpPr txBox="1"/>
          <p:nvPr userDrawn="1"/>
        </p:nvSpPr>
        <p:spPr>
          <a:xfrm>
            <a:off x="545880" y="4888800"/>
            <a:ext cx="64517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800" b="1" dirty="0"/>
              <a:t>Inselspital –</a:t>
            </a:r>
            <a:endParaRPr lang="en-GB" sz="800" dirty="0"/>
          </a:p>
        </p:txBody>
      </p:sp>
      <p:pic>
        <p:nvPicPr>
          <p:cNvPr id="11" name="Grafik 10"/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290" y="191701"/>
            <a:ext cx="2678829" cy="543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668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83" r:id="rId3"/>
    <p:sldLayoutId id="2147483784" r:id="rId4"/>
    <p:sldLayoutId id="2147483785" r:id="rId5"/>
    <p:sldLayoutId id="2147483786" r:id="rId6"/>
  </p:sldLayoutIdLst>
  <p:hf hdr="0"/>
  <p:txStyles>
    <p:titleStyle>
      <a:lvl1pPr algn="l" defTabSz="914400" rtl="0" eaLnBrk="1" latinLnBrk="0" hangingPunct="1">
        <a:lnSpc>
          <a:spcPts val="2700"/>
        </a:lnSpc>
        <a:spcBef>
          <a:spcPct val="0"/>
        </a:spcBef>
        <a:buNone/>
        <a:defRPr sz="2200" b="1" i="0" kern="1200" spc="20" baseline="0">
          <a:solidFill>
            <a:schemeClr val="tx1"/>
          </a:solidFill>
          <a:effectLst/>
          <a:latin typeface="Arial" charset="0"/>
          <a:ea typeface="Arial" charset="0"/>
          <a:cs typeface="Arial" charset="0"/>
        </a:defRPr>
      </a:lvl1pPr>
    </p:titleStyle>
    <p:bodyStyle>
      <a:lvl1pPr marL="172800" indent="-172800" algn="l" defTabSz="288000" rtl="0" eaLnBrk="1" latinLnBrk="0" hangingPunct="1">
        <a:lnSpc>
          <a:spcPts val="1200"/>
        </a:lnSpc>
        <a:spcBef>
          <a:spcPts val="500"/>
        </a:spcBef>
        <a:buFont typeface="Arial" panose="020B0604020202020204" pitchFamily="34" charset="0"/>
        <a:buChar char="•"/>
        <a:tabLst>
          <a:tab pos="468000" algn="l"/>
        </a:tabLst>
        <a:defRPr sz="1000" b="0" i="0" kern="1200" baseline="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345600" indent="-172800" algn="l" defTabSz="288000" rtl="0" eaLnBrk="1" latinLnBrk="0" hangingPunct="1">
        <a:lnSpc>
          <a:spcPts val="1200"/>
        </a:lnSpc>
        <a:spcBef>
          <a:spcPts val="500"/>
        </a:spcBef>
        <a:buFont typeface="Arial" panose="020B0604020202020204" pitchFamily="34" charset="0"/>
        <a:buChar char="•"/>
        <a:tabLst>
          <a:tab pos="468000" algn="l"/>
        </a:tabLst>
        <a:defRPr sz="1000" b="0" i="0" kern="1200">
          <a:solidFill>
            <a:schemeClr val="tx1"/>
          </a:solidFill>
          <a:latin typeface="+mn-lt"/>
          <a:ea typeface="Arial" charset="0"/>
          <a:cs typeface="Arial" charset="0"/>
        </a:defRPr>
      </a:lvl2pPr>
      <a:lvl3pPr marL="518400" indent="-172800" algn="l" defTabSz="288000" rtl="0" eaLnBrk="1" latinLnBrk="0" hangingPunct="1">
        <a:lnSpc>
          <a:spcPts val="1200"/>
        </a:lnSpc>
        <a:spcBef>
          <a:spcPts val="500"/>
        </a:spcBef>
        <a:buFont typeface="Arial" panose="020B0604020202020204" pitchFamily="34" charset="0"/>
        <a:buChar char="•"/>
        <a:tabLst>
          <a:tab pos="468000" algn="l"/>
        </a:tabLst>
        <a:defRPr sz="1000" b="0" i="0" kern="1200" baseline="0">
          <a:solidFill>
            <a:schemeClr val="tx1"/>
          </a:solidFill>
          <a:latin typeface="+mn-lt"/>
          <a:ea typeface="Arial" charset="0"/>
          <a:cs typeface="Arial" charset="0"/>
        </a:defRPr>
      </a:lvl3pPr>
      <a:lvl4pPr marL="691200" indent="-172800" algn="l" defTabSz="288000" rtl="0" eaLnBrk="1" latinLnBrk="0" hangingPunct="1">
        <a:lnSpc>
          <a:spcPts val="1200"/>
        </a:lnSpc>
        <a:spcBef>
          <a:spcPts val="500"/>
        </a:spcBef>
        <a:buFont typeface="Arial" panose="020B0604020202020204" pitchFamily="34" charset="0"/>
        <a:buChar char="•"/>
        <a:tabLst>
          <a:tab pos="468000" algn="l"/>
        </a:tabLst>
        <a:defRPr sz="1000" b="0" i="0" kern="1200">
          <a:solidFill>
            <a:schemeClr val="tx1"/>
          </a:solidFill>
          <a:latin typeface="+mn-lt"/>
          <a:ea typeface="Arial" charset="0"/>
          <a:cs typeface="Arial" charset="0"/>
        </a:defRPr>
      </a:lvl4pPr>
      <a:lvl5pPr marL="864000" indent="-172800" algn="l" defTabSz="288000" rtl="0" eaLnBrk="1" latinLnBrk="0" hangingPunct="1">
        <a:lnSpc>
          <a:spcPts val="1200"/>
        </a:lnSpc>
        <a:spcBef>
          <a:spcPts val="500"/>
        </a:spcBef>
        <a:buFont typeface="Arial" panose="020B0604020202020204" pitchFamily="34" charset="0"/>
        <a:buChar char="•"/>
        <a:tabLst>
          <a:tab pos="468000" algn="l"/>
        </a:tabLst>
        <a:defRPr sz="1000" b="0" i="0" kern="1200">
          <a:solidFill>
            <a:schemeClr val="tx1"/>
          </a:solidFill>
          <a:latin typeface="+mn-lt"/>
          <a:ea typeface="Arial" charset="0"/>
          <a:cs typeface="Arial" charset="0"/>
        </a:defRPr>
      </a:lvl5pPr>
      <a:lvl6pPr marL="1036800" indent="-172800" algn="l" defTabSz="914400" rtl="0" eaLnBrk="1" latinLnBrk="0" hangingPunct="1">
        <a:lnSpc>
          <a:spcPts val="1200"/>
        </a:lnSpc>
        <a:spcBef>
          <a:spcPts val="5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209600" indent="-172800" algn="l" defTabSz="914400" rtl="0" eaLnBrk="1" latinLnBrk="0" hangingPunct="1">
        <a:lnSpc>
          <a:spcPts val="1200"/>
        </a:lnSpc>
        <a:spcBef>
          <a:spcPts val="5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382400" indent="-172800" algn="l" defTabSz="914400" rtl="0" eaLnBrk="1" latinLnBrk="0" hangingPunct="1">
        <a:lnSpc>
          <a:spcPts val="1200"/>
        </a:lnSpc>
        <a:spcBef>
          <a:spcPts val="5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555200" indent="-172800" algn="l" defTabSz="914400" rtl="0" eaLnBrk="1" latinLnBrk="0" hangingPunct="1">
        <a:lnSpc>
          <a:spcPts val="1200"/>
        </a:lnSpc>
        <a:spcBef>
          <a:spcPts val="5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35" userDrawn="1">
          <p15:clr>
            <a:srgbClr val="F26B43"/>
          </p15:clr>
        </p15:guide>
        <p15:guide id="3" orient="horz" pos="282" userDrawn="1">
          <p15:clr>
            <a:srgbClr val="F26B43"/>
          </p15:clr>
        </p15:guide>
        <p15:guide id="4" pos="340" userDrawn="1">
          <p15:clr>
            <a:srgbClr val="F26B43"/>
          </p15:clr>
        </p15:guide>
        <p15:guide id="5" orient="horz" pos="463" userDrawn="1">
          <p15:clr>
            <a:srgbClr val="F26B43"/>
          </p15:clr>
        </p15:guide>
        <p15:guide id="6" orient="horz" pos="849" userDrawn="1">
          <p15:clr>
            <a:srgbClr val="F26B43"/>
          </p15:clr>
        </p15:guide>
        <p15:guide id="7" orient="horz" pos="1030" userDrawn="1">
          <p15:clr>
            <a:srgbClr val="F26B43"/>
          </p15:clr>
        </p15:guide>
        <p15:guide id="8" pos="5420" userDrawn="1">
          <p15:clr>
            <a:srgbClr val="F26B43"/>
          </p15:clr>
        </p15:guide>
        <p15:guide id="9" pos="2925" userDrawn="1">
          <p15:clr>
            <a:srgbClr val="F26B43"/>
          </p15:clr>
        </p15:guide>
        <p15:guide id="10" orient="horz" pos="2845" userDrawn="1">
          <p15:clr>
            <a:srgbClr val="F26B43"/>
          </p15:clr>
        </p15:guide>
        <p15:guide id="11" pos="1111" userDrawn="1">
          <p15:clr>
            <a:srgbClr val="F26B43"/>
          </p15:clr>
        </p15:guide>
        <p15:guide id="12" pos="1202" userDrawn="1">
          <p15:clr>
            <a:srgbClr val="F26B43"/>
          </p15:clr>
        </p15:guide>
        <p15:guide id="13" pos="1973" userDrawn="1">
          <p15:clr>
            <a:srgbClr val="F26B43"/>
          </p15:clr>
        </p15:guide>
        <p15:guide id="14" pos="2073" userDrawn="1">
          <p15:clr>
            <a:srgbClr val="F26B43"/>
          </p15:clr>
        </p15:guide>
        <p15:guide id="15" pos="3696" userDrawn="1">
          <p15:clr>
            <a:srgbClr val="F26B43"/>
          </p15:clr>
        </p15:guide>
        <p15:guide id="16" pos="3787" userDrawn="1">
          <p15:clr>
            <a:srgbClr val="F26B43"/>
          </p15:clr>
        </p15:guide>
        <p15:guide id="17" pos="4558" userDrawn="1">
          <p15:clr>
            <a:srgbClr val="F26B43"/>
          </p15:clr>
        </p15:guide>
        <p15:guide id="18" pos="4649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2.png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826A9685-67C0-4A82-8CB8-BA2CDDC55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199" y="1028349"/>
            <a:ext cx="8515040" cy="779709"/>
          </a:xfrm>
        </p:spPr>
        <p:txBody>
          <a:bodyPr/>
          <a:lstStyle/>
          <a:p>
            <a:r>
              <a:rPr lang="de-CH" dirty="0"/>
              <a:t>Zusammenarbeit Adipositasbereich UDEM &amp; UVCM</a:t>
            </a:r>
            <a:br>
              <a:rPr lang="de-CH" dirty="0"/>
            </a:br>
            <a:r>
              <a:rPr lang="de-CH" sz="2800" dirty="0"/>
              <a:t>Gemeinsamer Auftritt und klare Zuweisungswege</a:t>
            </a:r>
            <a:br>
              <a:rPr lang="de-CH" dirty="0"/>
            </a:br>
            <a:br>
              <a:rPr lang="de-CH" dirty="0"/>
            </a:br>
            <a:br>
              <a:rPr lang="de-CH" sz="1200" dirty="0"/>
            </a:br>
            <a:endParaRPr lang="de-CH" sz="1200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2529C8DE-0969-45D3-3607-767F521DFE17}"/>
              </a:ext>
            </a:extLst>
          </p:cNvPr>
          <p:cNvSpPr txBox="1"/>
          <p:nvPr/>
        </p:nvSpPr>
        <p:spPr>
          <a:xfrm>
            <a:off x="376199" y="2062075"/>
            <a:ext cx="61390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 sz="1400" dirty="0"/>
              <a:t>27.10.2026 – Prof. Dr. med. Christoph Stettler, Klinikdirektor UDEM</a:t>
            </a:r>
          </a:p>
        </p:txBody>
      </p:sp>
      <p:sp>
        <p:nvSpPr>
          <p:cNvPr id="7" name="Entwurf"/>
          <p:cNvSpPr/>
          <p:nvPr/>
        </p:nvSpPr>
        <p:spPr>
          <a:xfrm>
            <a:off x="7360920" y="320040"/>
            <a:ext cx="1234440" cy="310896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EE8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200" b="1">
                <a:solidFill>
                  <a:srgbClr val="EE8F7A"/>
                </a:solidFill>
              </a:rPr>
              <a:t>ENTWURF</a:t>
            </a:r>
          </a:p>
        </p:txBody>
      </p:sp>
    </p:spTree>
    <p:extLst>
      <p:ext uri="{BB962C8B-B14F-4D97-AF65-F5344CB8AC3E}">
        <p14:creationId xmlns:p14="http://schemas.microsoft.com/office/powerpoint/2010/main" val="31094312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2</a:t>
            </a:fld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Zusammenarbeit Adipositasbereich UDEM &amp; UVCM</a:t>
            </a:r>
          </a:p>
        </p:txBody>
      </p:sp>
      <p:sp>
        <p:nvSpPr>
          <p:cNvPr id="16" name="Datumsplatzhalter 3">
            <a:extLst>
              <a:ext uri="{FF2B5EF4-FFF2-40B4-BE49-F238E27FC236}">
                <a16:creationId xmlns:a16="http://schemas.microsoft.com/office/drawing/2014/main" id="{2EC89CAB-DC3A-3450-EDA0-401A7D12A58D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7477128" y="4888800"/>
            <a:ext cx="824487" cy="103465"/>
          </a:xfrm>
        </p:spPr>
        <p:txBody>
          <a:bodyPr/>
          <a:lstStyle/>
          <a:p>
            <a:r>
              <a:rPr lang="de-DE"/>
              <a:t>27.10.2026</a:t>
            </a:r>
            <a:endParaRPr lang="de-DE" dirty="0"/>
          </a:p>
        </p:txBody>
      </p:sp>
      <p:sp>
        <p:nvSpPr>
          <p:cNvPr id="17" name="TextBox 16"/>
          <p:cNvSpPr txBox="1"/>
          <p:nvPr/>
        </p:nvSpPr>
        <p:spPr>
          <a:xfrm>
            <a:off x="5212080" y="347472"/>
            <a:ext cx="336499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60" b="0" i="0">
                <a:solidFill>
                  <a:srgbClr val="677078"/>
                </a:solidFill>
              </a:rPr>
              <a:t>Einordnung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822960"/>
            <a:ext cx="8046720" cy="330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50" b="1" i="0" dirty="0" err="1">
                <a:solidFill>
                  <a:srgbClr val="171C1B"/>
                </a:solidFill>
              </a:rPr>
              <a:t>Adipositas-Sprechstunde an der UDEM</a:t>
            </a:r>
            <a:endParaRPr sz="2150" b="1" i="0" dirty="0">
              <a:solidFill>
                <a:srgbClr val="171C1B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48640" y="1216152"/>
            <a:ext cx="8046720" cy="1800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70" b="0" i="0" dirty="0" err="1">
                <a:solidFill>
                  <a:srgbClr val="677078"/>
                </a:solidFill>
              </a:rPr>
              <a:t>Strukturierter Behandlungspfad – über 1’000 Kontakte pro Monat</a:t>
            </a:r>
            <a:endParaRPr sz="1170" b="0" i="0" dirty="0">
              <a:solidFill>
                <a:srgbClr val="677078"/>
              </a:solidFill>
            </a:endParaRPr>
          </a:p>
        </p:txBody>
      </p:sp>
      <p:sp>
        <p:nvSpPr>
          <p:cNvPr id="20" name="Entwurf"/>
          <p:cNvSpPr/>
          <p:nvPr/>
        </p:nvSpPr>
        <p:spPr>
          <a:xfrm>
            <a:off x="7662672" y="91440"/>
            <a:ext cx="932688" cy="2286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EE8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900" b="1">
                <a:solidFill>
                  <a:srgbClr val="EE8F7A"/>
                </a:solidFill>
              </a:rPr>
              <a:t>ENTWURF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1627632"/>
            <a:ext cx="8046720" cy="868680"/>
          </a:xfrm>
          <a:prstGeom prst="rect">
            <a:avLst/>
          </a:prstGeom>
          <a:solidFill>
            <a:srgbClr val="F0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1627632"/>
            <a:ext cx="8046720" cy="45720"/>
          </a:xfrm>
          <a:prstGeom prst="rect">
            <a:avLst/>
          </a:prstGeom>
          <a:solidFill>
            <a:srgbClr val="009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1764792"/>
            <a:ext cx="21031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71C1B"/>
                </a:solidFill>
              </a:rPr>
              <a:t>≈ 300</a:t>
            </a:r>
            <a:r>
              <a:rPr sz="1000" b="0" i="0">
                <a:solidFill>
                  <a:srgbClr val="677078"/>
                </a:solidFill>
              </a:rPr>
              <a:t> / Monat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2395728" y="2048256"/>
            <a:ext cx="146304" cy="109728"/>
          </a:xfrm>
          <a:prstGeom prst="line">
            <a:avLst/>
          </a:prstGeom>
          <a:ln w="19050">
            <a:solidFill>
              <a:srgbClr val="0096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596896" y="2029968"/>
            <a:ext cx="10058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009670"/>
                </a:solidFill>
              </a:rPr>
              <a:t>Tendenz steigend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39" y="1828800"/>
            <a:ext cx="4663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71C1B"/>
                </a:solidFill>
              </a:rPr>
              <a:t>Ärztliche Konsultationen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39" y="2103120"/>
            <a:ext cx="4663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677078"/>
                </a:solidFill>
              </a:rPr>
              <a:t>Erstkonsultationen und Jahreskontrollen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2743200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1" i="0">
                <a:solidFill>
                  <a:srgbClr val="009670"/>
                </a:solidFill>
              </a:rPr>
              <a:t>BEHANDLUNGSPFAD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3017520"/>
            <a:ext cx="1280160" cy="658368"/>
          </a:xfrm>
          <a:prstGeom prst="roundRect">
            <a:avLst>
              <a:gd name="adj" fmla="val 12000"/>
            </a:avLst>
          </a:prstGeom>
          <a:solidFill>
            <a:srgbClr val="FCF1ED"/>
          </a:solidFill>
          <a:ln w="12700">
            <a:solidFill>
              <a:srgbClr val="EE8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1">
                <a:solidFill>
                  <a:srgbClr val="171C1B"/>
                </a:solidFill>
              </a:rPr>
              <a:t>Assessment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377440" y="3017520"/>
            <a:ext cx="1280160" cy="658368"/>
          </a:xfrm>
          <a:prstGeom prst="roundRect">
            <a:avLst>
              <a:gd name="adj" fmla="val 12000"/>
            </a:avLst>
          </a:prstGeom>
          <a:solidFill>
            <a:srgbClr val="009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1">
                <a:solidFill>
                  <a:srgbClr val="FFFFFF"/>
                </a:solidFill>
              </a:rPr>
              <a:t>Erstkonsultation</a:t>
            </a:r>
          </a:p>
          <a:p>
            <a:pPr algn="ctr"/>
            <a:r>
              <a:rPr sz="850" b="0">
                <a:solidFill>
                  <a:srgbClr val="FFFFFF"/>
                </a:solidFill>
              </a:rPr>
              <a:t>ärztlich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139696" y="3346703"/>
            <a:ext cx="201168" cy="0"/>
          </a:xfrm>
          <a:prstGeom prst="line">
            <a:avLst/>
          </a:prstGeom>
          <a:ln w="15875">
            <a:solidFill>
              <a:srgbClr val="677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3931920" y="3017520"/>
            <a:ext cx="128016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677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1">
                <a:solidFill>
                  <a:srgbClr val="171C1B"/>
                </a:solidFill>
              </a:rPr>
              <a:t>Verlaufskontrolle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694176" y="3346703"/>
            <a:ext cx="201168" cy="0"/>
          </a:xfrm>
          <a:prstGeom prst="line">
            <a:avLst/>
          </a:prstGeom>
          <a:ln w="15875">
            <a:solidFill>
              <a:srgbClr val="677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5486400" y="3017520"/>
            <a:ext cx="1280160" cy="658368"/>
          </a:xfrm>
          <a:prstGeom prst="roundRect">
            <a:avLst>
              <a:gd name="adj" fmla="val 12000"/>
            </a:avLst>
          </a:prstGeom>
          <a:solidFill>
            <a:srgbClr val="FCF1ED"/>
          </a:solidFill>
          <a:ln w="12700">
            <a:solidFill>
              <a:srgbClr val="EE8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1">
                <a:solidFill>
                  <a:srgbClr val="171C1B"/>
                </a:solidFill>
              </a:rPr>
              <a:t>Assessment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248656" y="3346703"/>
            <a:ext cx="201168" cy="0"/>
          </a:xfrm>
          <a:prstGeom prst="line">
            <a:avLst/>
          </a:prstGeom>
          <a:ln w="15875">
            <a:solidFill>
              <a:srgbClr val="677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040880" y="3017520"/>
            <a:ext cx="1280160" cy="658368"/>
          </a:xfrm>
          <a:prstGeom prst="roundRect">
            <a:avLst>
              <a:gd name="adj" fmla="val 12000"/>
            </a:avLst>
          </a:prstGeom>
          <a:solidFill>
            <a:srgbClr val="009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1">
                <a:solidFill>
                  <a:srgbClr val="FFFFFF"/>
                </a:solidFill>
              </a:rPr>
              <a:t>Jahreskontrolle</a:t>
            </a:r>
          </a:p>
          <a:p>
            <a:pPr algn="ctr"/>
            <a:r>
              <a:rPr sz="850" b="0">
                <a:solidFill>
                  <a:srgbClr val="FFFFFF"/>
                </a:solidFill>
              </a:rPr>
              <a:t>ärztlich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803136" y="3346703"/>
            <a:ext cx="201168" cy="0"/>
          </a:xfrm>
          <a:prstGeom prst="line">
            <a:avLst/>
          </a:prstGeom>
          <a:ln w="15875">
            <a:solidFill>
              <a:srgbClr val="677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22960" y="3776472"/>
            <a:ext cx="2834640" cy="0"/>
          </a:xfrm>
          <a:prstGeom prst="line">
            <a:avLst/>
          </a:prstGeom>
          <a:ln w="12700">
            <a:solidFill>
              <a:srgbClr val="CFD8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822960" y="3831335"/>
            <a:ext cx="283463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677078"/>
                </a:solidFill>
              </a:rPr>
              <a:t>Einstieg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680960" y="3675887"/>
            <a:ext cx="0" cy="210313"/>
          </a:xfrm>
          <a:prstGeom prst="line">
            <a:avLst/>
          </a:prstGeom>
          <a:ln w="15875">
            <a:solidFill>
              <a:srgbClr val="009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4572000" y="3886200"/>
            <a:ext cx="3108960" cy="0"/>
          </a:xfrm>
          <a:prstGeom prst="line">
            <a:avLst/>
          </a:prstGeom>
          <a:ln w="15875">
            <a:solidFill>
              <a:srgbClr val="009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4572000" y="3685031"/>
            <a:ext cx="0" cy="201169"/>
          </a:xfrm>
          <a:prstGeom prst="line">
            <a:avLst/>
          </a:prstGeom>
          <a:ln w="15875">
            <a:solidFill>
              <a:srgbClr val="0096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4114800" y="3941063"/>
            <a:ext cx="402335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009670"/>
                </a:solidFill>
              </a:rPr>
              <a:t>jährlich wiederkehrend bis Behandlungsschluss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3</a:t>
            </a:fld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Zusammenarbeit Adipositasbereich UDEM &amp; UVCM</a:t>
            </a:r>
          </a:p>
        </p:txBody>
      </p:sp>
      <p:sp>
        <p:nvSpPr>
          <p:cNvPr id="16" name="Datumsplatzhalter 3">
            <a:extLst>
              <a:ext uri="{FF2B5EF4-FFF2-40B4-BE49-F238E27FC236}">
                <a16:creationId xmlns:a16="http://schemas.microsoft.com/office/drawing/2014/main" id="{2EC89CAB-DC3A-3450-EDA0-401A7D12A58D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7477128" y="4888800"/>
            <a:ext cx="824487" cy="103465"/>
          </a:xfrm>
        </p:spPr>
        <p:txBody>
          <a:bodyPr/>
          <a:lstStyle/>
          <a:p>
            <a:r>
              <a:rPr lang="de-DE"/>
              <a:t>27.10.2026</a:t>
            </a:r>
            <a:endParaRPr lang="de-DE" dirty="0"/>
          </a:p>
        </p:txBody>
      </p:sp>
      <p:sp>
        <p:nvSpPr>
          <p:cNvPr id="17" name="TextBox 16"/>
          <p:cNvSpPr txBox="1"/>
          <p:nvPr/>
        </p:nvSpPr>
        <p:spPr>
          <a:xfrm>
            <a:off x="5212080" y="347472"/>
            <a:ext cx="336499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60" b="0" i="0">
                <a:solidFill>
                  <a:srgbClr val="677078"/>
                </a:solidFill>
              </a:rPr>
              <a:t>Qualitätssicherung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822960"/>
            <a:ext cx="8046720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50" b="1" i="0">
                <a:solidFill>
                  <a:srgbClr val="171C1B"/>
                </a:solidFill>
              </a:rPr>
              <a:t>Qualitätssicherung an der UDEM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1216152"/>
            <a:ext cx="804672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70" b="0" i="0">
                <a:solidFill>
                  <a:srgbClr val="677078"/>
                </a:solidFill>
              </a:rPr>
              <a:t>Zertifizierungen und Real-World-Daten der UDEM</a:t>
            </a:r>
          </a:p>
        </p:txBody>
      </p:sp>
      <p:sp>
        <p:nvSpPr>
          <p:cNvPr id="20" name="Entwurf"/>
          <p:cNvSpPr/>
          <p:nvPr/>
        </p:nvSpPr>
        <p:spPr>
          <a:xfrm>
            <a:off x="7662672" y="91440"/>
            <a:ext cx="932688" cy="2286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EE8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900" b="1">
                <a:solidFill>
                  <a:srgbClr val="EE8F7A"/>
                </a:solidFill>
              </a:rPr>
              <a:t>ENTWURF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1645920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1" i="0">
                <a:solidFill>
                  <a:srgbClr val="009670"/>
                </a:solidFill>
              </a:rPr>
              <a:t>ZERTIFIZIERUNGEN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1874519"/>
            <a:ext cx="3840480" cy="932688"/>
          </a:xfrm>
          <a:prstGeom prst="rect">
            <a:avLst/>
          </a:prstGeom>
          <a:solidFill>
            <a:srgbClr val="F0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011680"/>
            <a:ext cx="1691640" cy="346017"/>
          </a:xfrm>
          <a:prstGeom prst="rect">
            <a:avLst/>
          </a:prstGeom>
        </p:spPr>
      </p:pic>
      <p:cxnSp>
        <p:nvCxnSpPr>
          <p:cNvPr id="24" name="Connector 23"/>
          <p:cNvCxnSpPr/>
          <p:nvPr/>
        </p:nvCxnSpPr>
        <p:spPr>
          <a:xfrm>
            <a:off x="2578608" y="2011680"/>
            <a:ext cx="0" cy="658368"/>
          </a:xfrm>
          <a:prstGeom prst="line">
            <a:avLst/>
          </a:prstGeom>
          <a:ln w="12700">
            <a:solidFill>
              <a:srgbClr val="CFD8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715768" y="2011680"/>
            <a:ext cx="1600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71C1B"/>
                </a:solidFill>
              </a:rPr>
              <a:t>EASO COMs</a:t>
            </a:r>
          </a:p>
          <a:p>
            <a:pPr algn="l">
              <a:spcBef>
                <a:spcPts val="200"/>
              </a:spcBef>
            </a:pPr>
            <a:r>
              <a:rPr sz="850" b="0" i="0">
                <a:solidFill>
                  <a:srgbClr val="677078"/>
                </a:solidFill>
              </a:rPr>
              <a:t>Zertifiziert durch die European Association for the Study of Obesity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2898648"/>
            <a:ext cx="3840480" cy="713232"/>
          </a:xfrm>
          <a:prstGeom prst="rect">
            <a:avLst/>
          </a:prstGeom>
          <a:solidFill>
            <a:srgbClr val="F0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13232" y="3008376"/>
            <a:ext cx="35661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71C1B"/>
                </a:solidFill>
              </a:rPr>
              <a:t>Swiss Medical Obesity Center</a:t>
            </a:r>
          </a:p>
          <a:p>
            <a:pPr algn="l">
              <a:spcBef>
                <a:spcPts val="200"/>
              </a:spcBef>
            </a:pPr>
            <a:r>
              <a:rPr sz="850" b="0" i="0">
                <a:solidFill>
                  <a:srgbClr val="677078"/>
                </a:solidFill>
              </a:rPr>
              <a:t>Anerkennung als medizinisches Adipositaszentrum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1645920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1" i="0" dirty="0">
                <a:solidFill>
                  <a:srgbClr val="009670"/>
                </a:solidFill>
              </a:rPr>
              <a:t>QUALITÄTSSICHERUNG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3794760"/>
            <a:ext cx="8046720" cy="457200"/>
          </a:xfrm>
          <a:prstGeom prst="rect">
            <a:avLst/>
          </a:prstGeom>
          <a:solidFill>
            <a:srgbClr val="F0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548640" y="3794760"/>
            <a:ext cx="36576" cy="457200"/>
          </a:xfrm>
          <a:prstGeom prst="rect">
            <a:avLst/>
          </a:prstGeom>
          <a:solidFill>
            <a:srgbClr val="009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85800" y="379476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 i="0">
                <a:solidFill>
                  <a:srgbClr val="171C1B"/>
                </a:solidFill>
              </a:rPr>
              <a:t>Zertifizierte Qualität und systematische Qualitätssicherung als Basis für den gemeinsamen Auftritt.</a:t>
            </a:r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852971BB-6411-5B24-3714-1E41A6CB18F2}"/>
              </a:ext>
            </a:extLst>
          </p:cNvPr>
          <p:cNvSpPr/>
          <p:nvPr/>
        </p:nvSpPr>
        <p:spPr>
          <a:xfrm>
            <a:off x="4690946" y="1461795"/>
            <a:ext cx="3918704" cy="2150085"/>
          </a:xfrm>
          <a:prstGeom prst="rect">
            <a:avLst/>
          </a:prstGeom>
          <a:noFill/>
          <a:ln w="12700">
            <a:solidFill>
              <a:srgbClr val="0096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TextBox 29">
            <a:extLst>
              <a:ext uri="{FF2B5EF4-FFF2-40B4-BE49-F238E27FC236}">
                <a16:creationId xmlns:a16="http://schemas.microsoft.com/office/drawing/2014/main" id="{2D793858-C38A-41FD-8004-0260F9135A35}"/>
              </a:ext>
            </a:extLst>
          </p:cNvPr>
          <p:cNvSpPr txBox="1"/>
          <p:nvPr/>
        </p:nvSpPr>
        <p:spPr>
          <a:xfrm>
            <a:off x="4933762" y="1958061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200" b="1" i="0">
                <a:solidFill>
                  <a:srgbClr val="171C1B"/>
                </a:solidFill>
              </a:rPr>
              <a:t>Swiss Obesity Study (SOS)</a:t>
            </a:r>
          </a:p>
        </p:txBody>
      </p:sp>
      <p:sp>
        <p:nvSpPr>
          <p:cNvPr id="7" name="TextBox 31">
            <a:extLst>
              <a:ext uri="{FF2B5EF4-FFF2-40B4-BE49-F238E27FC236}">
                <a16:creationId xmlns:a16="http://schemas.microsoft.com/office/drawing/2014/main" id="{EAD5D6BC-1EBA-7B00-21FF-2137458A1D90}"/>
              </a:ext>
            </a:extLst>
          </p:cNvPr>
          <p:cNvSpPr txBox="1"/>
          <p:nvPr/>
        </p:nvSpPr>
        <p:spPr>
          <a:xfrm>
            <a:off x="4933762" y="2233130"/>
            <a:ext cx="3566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50" b="0" i="0" dirty="0" err="1">
                <a:solidFill>
                  <a:srgbClr val="677078"/>
                </a:solidFill>
              </a:rPr>
              <a:t>Longitudinale</a:t>
            </a:r>
            <a:r>
              <a:rPr sz="850" b="0" i="0" dirty="0">
                <a:solidFill>
                  <a:srgbClr val="677078"/>
                </a:solidFill>
              </a:rPr>
              <a:t> Real-World-</a:t>
            </a:r>
            <a:r>
              <a:rPr sz="850" b="0" i="0" dirty="0" err="1">
                <a:solidFill>
                  <a:srgbClr val="677078"/>
                </a:solidFill>
              </a:rPr>
              <a:t>Daten</a:t>
            </a:r>
            <a:r>
              <a:rPr sz="850" b="0" i="0" dirty="0">
                <a:solidFill>
                  <a:srgbClr val="677078"/>
                </a:solidFill>
              </a:rPr>
              <a:t> </a:t>
            </a:r>
            <a:r>
              <a:rPr sz="850" b="0" i="0" dirty="0" err="1">
                <a:solidFill>
                  <a:srgbClr val="677078"/>
                </a:solidFill>
              </a:rPr>
              <a:t>zur</a:t>
            </a:r>
            <a:r>
              <a:rPr sz="850" b="0" i="0" dirty="0">
                <a:solidFill>
                  <a:srgbClr val="677078"/>
                </a:solidFill>
              </a:rPr>
              <a:t> </a:t>
            </a:r>
            <a:r>
              <a:rPr sz="850" b="0" i="0" dirty="0" err="1">
                <a:solidFill>
                  <a:srgbClr val="677078"/>
                </a:solidFill>
              </a:rPr>
              <a:t>Adipositasversorgung</a:t>
            </a:r>
            <a:r>
              <a:rPr sz="850" b="0" i="0" dirty="0">
                <a:solidFill>
                  <a:srgbClr val="677078"/>
                </a:solidFill>
              </a:rPr>
              <a:t> in der Schweiz</a:t>
            </a:r>
          </a:p>
        </p:txBody>
      </p:sp>
      <p:sp>
        <p:nvSpPr>
          <p:cNvPr id="8" name="TextBox 32">
            <a:extLst>
              <a:ext uri="{FF2B5EF4-FFF2-40B4-BE49-F238E27FC236}">
                <a16:creationId xmlns:a16="http://schemas.microsoft.com/office/drawing/2014/main" id="{AEF798BE-B039-49F2-1C02-1B070045B697}"/>
              </a:ext>
            </a:extLst>
          </p:cNvPr>
          <p:cNvSpPr txBox="1"/>
          <p:nvPr/>
        </p:nvSpPr>
        <p:spPr>
          <a:xfrm>
            <a:off x="4933762" y="251053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600" b="1" i="0">
                <a:solidFill>
                  <a:srgbClr val="171C1B"/>
                </a:solidFill>
              </a:rPr>
              <a:t>≈ 2'500</a:t>
            </a:r>
          </a:p>
        </p:txBody>
      </p:sp>
      <p:sp>
        <p:nvSpPr>
          <p:cNvPr id="9" name="TextBox 33">
            <a:extLst>
              <a:ext uri="{FF2B5EF4-FFF2-40B4-BE49-F238E27FC236}">
                <a16:creationId xmlns:a16="http://schemas.microsoft.com/office/drawing/2014/main" id="{AC59C8DD-5E8B-FAB2-4EA6-2DB4406EE753}"/>
              </a:ext>
            </a:extLst>
          </p:cNvPr>
          <p:cNvSpPr txBox="1"/>
          <p:nvPr/>
        </p:nvSpPr>
        <p:spPr>
          <a:xfrm>
            <a:off x="4933762" y="2784850"/>
            <a:ext cx="17373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50" b="0" i="0" dirty="0" err="1">
                <a:solidFill>
                  <a:srgbClr val="677078"/>
                </a:solidFill>
              </a:rPr>
              <a:t>Teilnehmende</a:t>
            </a:r>
            <a:r>
              <a:rPr sz="850" b="0" i="0" dirty="0">
                <a:solidFill>
                  <a:srgbClr val="677078"/>
                </a:solidFill>
              </a:rPr>
              <a:t> </a:t>
            </a:r>
            <a:r>
              <a:rPr sz="850" b="0" i="0" dirty="0" err="1">
                <a:solidFill>
                  <a:srgbClr val="677078"/>
                </a:solidFill>
              </a:rPr>
              <a:t>seit</a:t>
            </a:r>
            <a:r>
              <a:rPr sz="850" b="0" i="0" dirty="0">
                <a:solidFill>
                  <a:srgbClr val="677078"/>
                </a:solidFill>
              </a:rPr>
              <a:t> 2025</a:t>
            </a:r>
          </a:p>
        </p:txBody>
      </p:sp>
      <p:sp>
        <p:nvSpPr>
          <p:cNvPr id="10" name="TextBox 34">
            <a:extLst>
              <a:ext uri="{FF2B5EF4-FFF2-40B4-BE49-F238E27FC236}">
                <a16:creationId xmlns:a16="http://schemas.microsoft.com/office/drawing/2014/main" id="{BD2F69AA-001C-5719-CB94-AE5856B1D191}"/>
              </a:ext>
            </a:extLst>
          </p:cNvPr>
          <p:cNvSpPr txBox="1"/>
          <p:nvPr/>
        </p:nvSpPr>
        <p:spPr>
          <a:xfrm>
            <a:off x="6689410" y="251053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600" b="1" i="0">
                <a:solidFill>
                  <a:srgbClr val="171C1B"/>
                </a:solidFill>
              </a:rPr>
              <a:t>10 Jahre</a:t>
            </a:r>
          </a:p>
        </p:txBody>
      </p:sp>
      <p:sp>
        <p:nvSpPr>
          <p:cNvPr id="11" name="TextBox 35">
            <a:extLst>
              <a:ext uri="{FF2B5EF4-FFF2-40B4-BE49-F238E27FC236}">
                <a16:creationId xmlns:a16="http://schemas.microsoft.com/office/drawing/2014/main" id="{81D15E45-762C-8259-50CC-A086D6926A59}"/>
              </a:ext>
            </a:extLst>
          </p:cNvPr>
          <p:cNvSpPr txBox="1"/>
          <p:nvPr/>
        </p:nvSpPr>
        <p:spPr>
          <a:xfrm>
            <a:off x="6689410" y="2784850"/>
            <a:ext cx="17373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50" b="0" i="0">
                <a:solidFill>
                  <a:srgbClr val="677078"/>
                </a:solidFill>
              </a:rPr>
              <a:t>Follow-up</a:t>
            </a:r>
          </a:p>
        </p:txBody>
      </p:sp>
      <p:cxnSp>
        <p:nvCxnSpPr>
          <p:cNvPr id="12" name="Connector 36">
            <a:extLst>
              <a:ext uri="{FF2B5EF4-FFF2-40B4-BE49-F238E27FC236}">
                <a16:creationId xmlns:a16="http://schemas.microsoft.com/office/drawing/2014/main" id="{1D7B9837-7169-A5BE-CE1C-F50EBF4A9148}"/>
              </a:ext>
            </a:extLst>
          </p:cNvPr>
          <p:cNvCxnSpPr/>
          <p:nvPr/>
        </p:nvCxnSpPr>
        <p:spPr>
          <a:xfrm>
            <a:off x="6552250" y="2547106"/>
            <a:ext cx="0" cy="384048"/>
          </a:xfrm>
          <a:prstGeom prst="line">
            <a:avLst/>
          </a:prstGeom>
          <a:ln w="12700">
            <a:solidFill>
              <a:srgbClr val="CFD8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37">
            <a:extLst>
              <a:ext uri="{FF2B5EF4-FFF2-40B4-BE49-F238E27FC236}">
                <a16:creationId xmlns:a16="http://schemas.microsoft.com/office/drawing/2014/main" id="{C57825D4-033C-7115-AB77-C16C6B6498AC}"/>
              </a:ext>
            </a:extLst>
          </p:cNvPr>
          <p:cNvSpPr txBox="1"/>
          <p:nvPr/>
        </p:nvSpPr>
        <p:spPr>
          <a:xfrm>
            <a:off x="4933762" y="3059170"/>
            <a:ext cx="35661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1" i="0" dirty="0" err="1">
                <a:solidFill>
                  <a:srgbClr val="171C1B"/>
                </a:solidFill>
              </a:rPr>
              <a:t>Ziel</a:t>
            </a:r>
            <a:r>
              <a:rPr sz="900" b="1" i="0" dirty="0">
                <a:solidFill>
                  <a:srgbClr val="171C1B"/>
                </a:solidFill>
              </a:rPr>
              <a:t>: </a:t>
            </a:r>
            <a:r>
              <a:rPr sz="900" b="0" i="0" dirty="0" err="1">
                <a:solidFill>
                  <a:srgbClr val="171C1B"/>
                </a:solidFill>
              </a:rPr>
              <a:t>Auswirkungen</a:t>
            </a:r>
            <a:r>
              <a:rPr sz="900" b="0" i="0" dirty="0">
                <a:solidFill>
                  <a:srgbClr val="171C1B"/>
                </a:solidFill>
              </a:rPr>
              <a:t> der </a:t>
            </a:r>
            <a:r>
              <a:rPr sz="900" b="0" i="0" dirty="0" err="1">
                <a:solidFill>
                  <a:srgbClr val="171C1B"/>
                </a:solidFill>
              </a:rPr>
              <a:t>sich</a:t>
            </a:r>
            <a:r>
              <a:rPr sz="900" b="0" i="0" dirty="0">
                <a:solidFill>
                  <a:srgbClr val="171C1B"/>
                </a:solidFill>
              </a:rPr>
              <a:t> </a:t>
            </a:r>
            <a:r>
              <a:rPr sz="900" b="0" i="0" dirty="0" err="1">
                <a:solidFill>
                  <a:srgbClr val="171C1B"/>
                </a:solidFill>
              </a:rPr>
              <a:t>wandelnden</a:t>
            </a:r>
            <a:r>
              <a:rPr sz="900" b="0" i="0" dirty="0">
                <a:solidFill>
                  <a:srgbClr val="171C1B"/>
                </a:solidFill>
              </a:rPr>
              <a:t> </a:t>
            </a:r>
            <a:r>
              <a:rPr sz="900" b="0" i="0" dirty="0" err="1">
                <a:solidFill>
                  <a:srgbClr val="171C1B"/>
                </a:solidFill>
              </a:rPr>
              <a:t>Adipositastherapie</a:t>
            </a:r>
            <a:r>
              <a:rPr sz="900" b="0" i="0" dirty="0">
                <a:solidFill>
                  <a:srgbClr val="171C1B"/>
                </a:solidFill>
              </a:rPr>
              <a:t> auf </a:t>
            </a:r>
            <a:r>
              <a:rPr sz="900" b="0" i="0" dirty="0" err="1">
                <a:solidFill>
                  <a:srgbClr val="171C1B"/>
                </a:solidFill>
              </a:rPr>
              <a:t>Gesundheitsoutcomes</a:t>
            </a:r>
            <a:r>
              <a:rPr sz="900" b="0" i="0" dirty="0">
                <a:solidFill>
                  <a:srgbClr val="171C1B"/>
                </a:solidFill>
              </a:rPr>
              <a:t> und </a:t>
            </a:r>
            <a:r>
              <a:rPr sz="900" b="0" i="0" dirty="0" err="1">
                <a:solidFill>
                  <a:srgbClr val="171C1B"/>
                </a:solidFill>
              </a:rPr>
              <a:t>Lebensstil</a:t>
            </a:r>
            <a:r>
              <a:rPr sz="900" b="0" i="0" dirty="0">
                <a:solidFill>
                  <a:srgbClr val="171C1B"/>
                </a:solidFill>
              </a:rPr>
              <a:t> </a:t>
            </a:r>
            <a:r>
              <a:rPr sz="900" b="0" i="0" dirty="0" err="1">
                <a:solidFill>
                  <a:srgbClr val="171C1B"/>
                </a:solidFill>
              </a:rPr>
              <a:t>evaluieren</a:t>
            </a:r>
            <a:endParaRPr sz="900" b="0" i="0" dirty="0">
              <a:solidFill>
                <a:srgbClr val="171C1B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FCEEE8D-3A20-6160-CDA7-C136126ADF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5744" y="1515128"/>
            <a:ext cx="849888" cy="605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4</a:t>
            </a:fld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Zusammenarbeit Adipositasbereich UDEM &amp; UVCM</a:t>
            </a:r>
          </a:p>
        </p:txBody>
      </p:sp>
      <p:sp>
        <p:nvSpPr>
          <p:cNvPr id="16" name="Datumsplatzhalter 3">
            <a:extLst>
              <a:ext uri="{FF2B5EF4-FFF2-40B4-BE49-F238E27FC236}">
                <a16:creationId xmlns:a16="http://schemas.microsoft.com/office/drawing/2014/main" id="{2EC89CAB-DC3A-3450-EDA0-401A7D12A58D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7477128" y="4888800"/>
            <a:ext cx="824487" cy="103465"/>
          </a:xfrm>
        </p:spPr>
        <p:txBody>
          <a:bodyPr/>
          <a:lstStyle/>
          <a:p>
            <a:r>
              <a:rPr lang="de-DE"/>
              <a:t>27.10.2026</a:t>
            </a:r>
            <a:endParaRPr lang="de-DE" dirty="0"/>
          </a:p>
        </p:txBody>
      </p:sp>
      <p:sp>
        <p:nvSpPr>
          <p:cNvPr id="17" name="TextBox 16"/>
          <p:cNvSpPr txBox="1"/>
          <p:nvPr/>
        </p:nvSpPr>
        <p:spPr>
          <a:xfrm>
            <a:off x="5212080" y="347472"/>
            <a:ext cx="336499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60" b="0" i="0">
                <a:solidFill>
                  <a:srgbClr val="677078"/>
                </a:solidFill>
              </a:rPr>
              <a:t>Einordnung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822960"/>
            <a:ext cx="8046720" cy="330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50" b="1" i="0" dirty="0" err="1">
                <a:solidFill>
                  <a:srgbClr val="171C1B"/>
                </a:solidFill>
              </a:rPr>
              <a:t>Adipositas-Sprechstunden</a:t>
            </a:r>
            <a:r>
              <a:rPr sz="2150" b="1" i="0" dirty="0">
                <a:solidFill>
                  <a:srgbClr val="171C1B"/>
                </a:solidFill>
              </a:rPr>
              <a:t> </a:t>
            </a:r>
            <a:r>
              <a:rPr lang="de-CH" sz="2150" b="1" i="0" dirty="0">
                <a:solidFill>
                  <a:srgbClr val="171C1B"/>
                </a:solidFill>
              </a:rPr>
              <a:t>am Inselspital</a:t>
            </a:r>
            <a:endParaRPr sz="2150" b="1" i="0" dirty="0">
              <a:solidFill>
                <a:srgbClr val="171C1B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48640" y="1216152"/>
            <a:ext cx="804672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70" b="0" i="0">
                <a:solidFill>
                  <a:srgbClr val="677078"/>
                </a:solidFill>
              </a:rPr>
              <a:t>Ärztliche Termine mit Adipositas pro Monat – UDEM und Viszerale Chirurgie</a:t>
            </a:r>
          </a:p>
        </p:txBody>
      </p:sp>
      <p:sp>
        <p:nvSpPr>
          <p:cNvPr id="20" name="Entwurf"/>
          <p:cNvSpPr/>
          <p:nvPr/>
        </p:nvSpPr>
        <p:spPr>
          <a:xfrm>
            <a:off x="7662672" y="91440"/>
            <a:ext cx="932688" cy="2286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EE8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900" b="1">
                <a:solidFill>
                  <a:srgbClr val="EE8F7A"/>
                </a:solidFill>
              </a:rPr>
              <a:t>ENTWURF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1645920"/>
            <a:ext cx="5029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1" i="0">
                <a:solidFill>
                  <a:srgbClr val="009670"/>
                </a:solidFill>
              </a:rPr>
              <a:t>ÄRZTLICHE TERMINE PRO MONAT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011680"/>
            <a:ext cx="1508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71C1B"/>
                </a:solidFill>
              </a:rPr>
              <a:t>UDEM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2194560"/>
            <a:ext cx="1508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77078"/>
                </a:solidFill>
              </a:rPr>
              <a:t>Erstkonsultationen und Jahreskontrollen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48840" y="1993392"/>
            <a:ext cx="2414016" cy="384048"/>
          </a:xfrm>
          <a:prstGeom prst="rect">
            <a:avLst/>
          </a:prstGeom>
          <a:solidFill>
            <a:srgbClr val="009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993776" y="2063941"/>
            <a:ext cx="995544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dirty="0">
                <a:solidFill>
                  <a:srgbClr val="171C1B"/>
                </a:solidFill>
              </a:rPr>
              <a:t>≈ 300</a:t>
            </a:r>
            <a:r>
              <a:rPr lang="de-CH" sz="1500" b="1" dirty="0">
                <a:solidFill>
                  <a:srgbClr val="171C1B"/>
                </a:solidFill>
              </a:rPr>
              <a:t> + 50</a:t>
            </a:r>
            <a:endParaRPr sz="1500" b="1" i="0" dirty="0">
              <a:solidFill>
                <a:srgbClr val="171C1B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48640" y="2752344"/>
            <a:ext cx="1508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71C1B"/>
                </a:solidFill>
              </a:rPr>
              <a:t>Viszerale Chirurgie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2935224"/>
            <a:ext cx="1508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77078"/>
                </a:solidFill>
              </a:rPr>
              <a:t>UVCM · Besuchsgrund Adipositas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390241" y="2734056"/>
            <a:ext cx="804671" cy="384048"/>
          </a:xfrm>
          <a:prstGeom prst="rect">
            <a:avLst/>
          </a:prstGeom>
          <a:solidFill>
            <a:srgbClr val="009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286353" y="278892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71C1B"/>
                </a:solidFill>
              </a:rPr>
              <a:t>≈ 130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148840" y="1920240"/>
            <a:ext cx="0" cy="1188720"/>
          </a:xfrm>
          <a:prstGeom prst="line">
            <a:avLst/>
          </a:prstGeom>
          <a:ln w="12700">
            <a:solidFill>
              <a:srgbClr val="67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548640" y="3639312"/>
            <a:ext cx="8046720" cy="502920"/>
          </a:xfrm>
          <a:prstGeom prst="rect">
            <a:avLst/>
          </a:prstGeom>
          <a:solidFill>
            <a:srgbClr val="F0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548640" y="3639312"/>
            <a:ext cx="36576" cy="502920"/>
          </a:xfrm>
          <a:prstGeom prst="rect">
            <a:avLst/>
          </a:prstGeom>
          <a:solidFill>
            <a:srgbClr val="009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85800" y="3794592"/>
            <a:ext cx="7772400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 i="0" dirty="0" err="1">
                <a:solidFill>
                  <a:srgbClr val="171C1B"/>
                </a:solidFill>
              </a:rPr>
              <a:t>Zusammen</a:t>
            </a:r>
            <a:r>
              <a:rPr sz="1250" b="0" i="0" dirty="0">
                <a:solidFill>
                  <a:srgbClr val="171C1B"/>
                </a:solidFill>
              </a:rPr>
              <a:t> </a:t>
            </a:r>
            <a:r>
              <a:rPr sz="1250" b="0" i="0" dirty="0" err="1">
                <a:solidFill>
                  <a:srgbClr val="171C1B"/>
                </a:solidFill>
              </a:rPr>
              <a:t>rund</a:t>
            </a:r>
            <a:r>
              <a:rPr sz="1250" b="0" i="0" dirty="0">
                <a:solidFill>
                  <a:srgbClr val="171C1B"/>
                </a:solidFill>
              </a:rPr>
              <a:t> 4</a:t>
            </a:r>
            <a:r>
              <a:rPr lang="de-CH" sz="1250" b="0" i="0" dirty="0">
                <a:solidFill>
                  <a:srgbClr val="171C1B"/>
                </a:solidFill>
              </a:rPr>
              <a:t>8</a:t>
            </a:r>
            <a:r>
              <a:rPr sz="1250" b="0" i="0" dirty="0">
                <a:solidFill>
                  <a:srgbClr val="171C1B"/>
                </a:solidFill>
              </a:rPr>
              <a:t>0 </a:t>
            </a:r>
            <a:r>
              <a:rPr sz="1250" b="0" i="0" dirty="0" err="1">
                <a:solidFill>
                  <a:srgbClr val="171C1B"/>
                </a:solidFill>
              </a:rPr>
              <a:t>ärztliche</a:t>
            </a:r>
            <a:r>
              <a:rPr sz="1250" b="0" i="0" dirty="0">
                <a:solidFill>
                  <a:srgbClr val="171C1B"/>
                </a:solidFill>
              </a:rPr>
              <a:t> </a:t>
            </a:r>
            <a:r>
              <a:rPr sz="1250" b="0" i="0" dirty="0" err="1">
                <a:solidFill>
                  <a:srgbClr val="171C1B"/>
                </a:solidFill>
              </a:rPr>
              <a:t>Adipositas-Termine</a:t>
            </a:r>
            <a:r>
              <a:rPr sz="1250" b="0" i="0" dirty="0">
                <a:solidFill>
                  <a:srgbClr val="171C1B"/>
                </a:solidFill>
              </a:rPr>
              <a:t> pro Monat</a:t>
            </a:r>
            <a:r>
              <a:rPr lang="de-CH" sz="1250" b="0" i="0" dirty="0">
                <a:solidFill>
                  <a:srgbClr val="171C1B"/>
                </a:solidFill>
              </a:rPr>
              <a:t>: </a:t>
            </a:r>
            <a:r>
              <a:rPr sz="1250" b="0" i="0" dirty="0" err="1">
                <a:solidFill>
                  <a:srgbClr val="171C1B"/>
                </a:solidFill>
              </a:rPr>
              <a:t>ein</a:t>
            </a:r>
            <a:r>
              <a:rPr sz="1250" b="0" i="0" dirty="0">
                <a:solidFill>
                  <a:srgbClr val="171C1B"/>
                </a:solidFill>
              </a:rPr>
              <a:t> </a:t>
            </a:r>
            <a:r>
              <a:rPr sz="1250" b="0" i="0" dirty="0" err="1">
                <a:solidFill>
                  <a:srgbClr val="171C1B"/>
                </a:solidFill>
              </a:rPr>
              <a:t>abgestimmter</a:t>
            </a:r>
            <a:r>
              <a:rPr sz="1250" b="0" i="0" dirty="0">
                <a:solidFill>
                  <a:srgbClr val="171C1B"/>
                </a:solidFill>
              </a:rPr>
              <a:t> </a:t>
            </a:r>
            <a:r>
              <a:rPr sz="1250" b="0" i="0" dirty="0" err="1">
                <a:solidFill>
                  <a:srgbClr val="171C1B"/>
                </a:solidFill>
              </a:rPr>
              <a:t>Pfad</a:t>
            </a:r>
            <a:r>
              <a:rPr sz="1250" b="0" i="0" dirty="0">
                <a:solidFill>
                  <a:srgbClr val="171C1B"/>
                </a:solidFill>
              </a:rPr>
              <a:t> </a:t>
            </a:r>
            <a:r>
              <a:rPr sz="1250" b="0" i="0" dirty="0" err="1">
                <a:solidFill>
                  <a:srgbClr val="171C1B"/>
                </a:solidFill>
              </a:rPr>
              <a:t>nützt</a:t>
            </a:r>
            <a:r>
              <a:rPr sz="1250" b="0" i="0" dirty="0">
                <a:solidFill>
                  <a:srgbClr val="171C1B"/>
                </a:solidFill>
              </a:rPr>
              <a:t> </a:t>
            </a:r>
            <a:r>
              <a:rPr sz="1250" b="0" i="0" dirty="0" err="1">
                <a:solidFill>
                  <a:srgbClr val="171C1B"/>
                </a:solidFill>
              </a:rPr>
              <a:t>beiden</a:t>
            </a:r>
            <a:r>
              <a:rPr sz="1250" b="0" i="0" dirty="0">
                <a:solidFill>
                  <a:srgbClr val="171C1B"/>
                </a:solidFill>
              </a:rPr>
              <a:t> </a:t>
            </a:r>
            <a:r>
              <a:rPr sz="1250" b="0" i="0" dirty="0" err="1">
                <a:solidFill>
                  <a:srgbClr val="171C1B"/>
                </a:solidFill>
              </a:rPr>
              <a:t>Kliniken</a:t>
            </a:r>
            <a:r>
              <a:rPr sz="1250" b="0" i="0" dirty="0">
                <a:solidFill>
                  <a:srgbClr val="171C1B"/>
                </a:solidFill>
              </a:rPr>
              <a:t>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2690" y="4542412"/>
            <a:ext cx="804672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 dirty="0" err="1">
                <a:solidFill>
                  <a:srgbClr val="677078"/>
                </a:solidFill>
              </a:rPr>
              <a:t>Viszerale</a:t>
            </a:r>
            <a:r>
              <a:rPr sz="800" b="0" i="0" dirty="0">
                <a:solidFill>
                  <a:srgbClr val="677078"/>
                </a:solidFill>
              </a:rPr>
              <a:t> </a:t>
            </a:r>
            <a:r>
              <a:rPr sz="800" b="0" i="0" dirty="0" err="1">
                <a:solidFill>
                  <a:srgbClr val="677078"/>
                </a:solidFill>
              </a:rPr>
              <a:t>Chirurgie</a:t>
            </a:r>
            <a:r>
              <a:rPr sz="800" b="0" i="0" dirty="0">
                <a:solidFill>
                  <a:srgbClr val="677078"/>
                </a:solidFill>
              </a:rPr>
              <a:t>: </a:t>
            </a:r>
            <a:r>
              <a:rPr sz="800" b="0" i="0" dirty="0" err="1">
                <a:solidFill>
                  <a:srgbClr val="677078"/>
                </a:solidFill>
              </a:rPr>
              <a:t>ärztliche</a:t>
            </a:r>
            <a:r>
              <a:rPr sz="800" b="0" i="0" dirty="0">
                <a:solidFill>
                  <a:srgbClr val="677078"/>
                </a:solidFill>
              </a:rPr>
              <a:t> </a:t>
            </a:r>
            <a:r>
              <a:rPr sz="800" b="0" i="0" dirty="0" err="1">
                <a:solidFill>
                  <a:srgbClr val="677078"/>
                </a:solidFill>
              </a:rPr>
              <a:t>Termine</a:t>
            </a:r>
            <a:r>
              <a:rPr sz="800" b="0" i="0" dirty="0">
                <a:solidFill>
                  <a:srgbClr val="677078"/>
                </a:solidFill>
              </a:rPr>
              <a:t> </a:t>
            </a:r>
            <a:r>
              <a:rPr sz="800" b="0" i="0" dirty="0" err="1">
                <a:solidFill>
                  <a:srgbClr val="677078"/>
                </a:solidFill>
              </a:rPr>
              <a:t>mit</a:t>
            </a:r>
            <a:r>
              <a:rPr sz="800" b="0" i="0" dirty="0">
                <a:solidFill>
                  <a:srgbClr val="677078"/>
                </a:solidFill>
              </a:rPr>
              <a:t> </a:t>
            </a:r>
            <a:r>
              <a:rPr sz="800" b="0" i="0" dirty="0" err="1">
                <a:solidFill>
                  <a:srgbClr val="677078"/>
                </a:solidFill>
              </a:rPr>
              <a:t>Besuchsgrund</a:t>
            </a:r>
            <a:r>
              <a:rPr sz="800" b="0" i="0" dirty="0">
                <a:solidFill>
                  <a:srgbClr val="677078"/>
                </a:solidFill>
              </a:rPr>
              <a:t> «</a:t>
            </a:r>
            <a:r>
              <a:rPr sz="800" b="0" i="0" dirty="0" err="1">
                <a:solidFill>
                  <a:srgbClr val="677078"/>
                </a:solidFill>
              </a:rPr>
              <a:t>Adipositas</a:t>
            </a:r>
            <a:r>
              <a:rPr sz="800" b="0" i="0" dirty="0">
                <a:solidFill>
                  <a:srgbClr val="677078"/>
                </a:solidFill>
              </a:rPr>
              <a:t>», </a:t>
            </a:r>
            <a:r>
              <a:rPr sz="800" b="0" i="0" dirty="0" err="1">
                <a:solidFill>
                  <a:srgbClr val="677078"/>
                </a:solidFill>
              </a:rPr>
              <a:t>Monatsdurchschnitt</a:t>
            </a:r>
            <a:r>
              <a:rPr sz="800" b="0" i="0" dirty="0">
                <a:solidFill>
                  <a:srgbClr val="677078"/>
                </a:solidFill>
              </a:rPr>
              <a:t> 1.4.–1.10.2026. </a:t>
            </a:r>
          </a:p>
        </p:txBody>
      </p:sp>
      <p:sp>
        <p:nvSpPr>
          <p:cNvPr id="5" name="Rectangle 24">
            <a:extLst>
              <a:ext uri="{FF2B5EF4-FFF2-40B4-BE49-F238E27FC236}">
                <a16:creationId xmlns:a16="http://schemas.microsoft.com/office/drawing/2014/main" id="{D70B5829-837F-02C9-9FD8-FEF232C81D52}"/>
              </a:ext>
            </a:extLst>
          </p:cNvPr>
          <p:cNvSpPr/>
          <p:nvPr/>
        </p:nvSpPr>
        <p:spPr>
          <a:xfrm>
            <a:off x="4586050" y="1993392"/>
            <a:ext cx="356615" cy="384048"/>
          </a:xfrm>
          <a:prstGeom prst="rect">
            <a:avLst/>
          </a:prstGeom>
          <a:pattFill prst="wdUpDiag">
            <a:fgClr>
              <a:srgbClr val="009670"/>
            </a:fgClr>
            <a:bgClr>
              <a:srgbClr val="FFFFFF"/>
            </a:bgClr>
          </a:pattFill>
          <a:ln w="12700">
            <a:solidFill>
              <a:srgbClr val="0096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" name="Connector 32">
            <a:extLst>
              <a:ext uri="{FF2B5EF4-FFF2-40B4-BE49-F238E27FC236}">
                <a16:creationId xmlns:a16="http://schemas.microsoft.com/office/drawing/2014/main" id="{BB8504C1-3838-99B9-8513-1FFD0A41ED15}"/>
              </a:ext>
            </a:extLst>
          </p:cNvPr>
          <p:cNvCxnSpPr/>
          <p:nvPr/>
        </p:nvCxnSpPr>
        <p:spPr>
          <a:xfrm flipV="1">
            <a:off x="3118305" y="2654046"/>
            <a:ext cx="0" cy="164592"/>
          </a:xfrm>
          <a:prstGeom prst="line">
            <a:avLst/>
          </a:prstGeom>
          <a:ln w="15875">
            <a:solidFill>
              <a:srgbClr val="00967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33">
            <a:extLst>
              <a:ext uri="{FF2B5EF4-FFF2-40B4-BE49-F238E27FC236}">
                <a16:creationId xmlns:a16="http://schemas.microsoft.com/office/drawing/2014/main" id="{950ED7BC-B42B-0ED1-540F-6C80C9AB38A4}"/>
              </a:ext>
            </a:extLst>
          </p:cNvPr>
          <p:cNvCxnSpPr/>
          <p:nvPr/>
        </p:nvCxnSpPr>
        <p:spPr>
          <a:xfrm>
            <a:off x="3118305" y="2654046"/>
            <a:ext cx="1591970" cy="0"/>
          </a:xfrm>
          <a:prstGeom prst="line">
            <a:avLst/>
          </a:prstGeom>
          <a:ln w="15875">
            <a:solidFill>
              <a:srgbClr val="00967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34">
            <a:extLst>
              <a:ext uri="{FF2B5EF4-FFF2-40B4-BE49-F238E27FC236}">
                <a16:creationId xmlns:a16="http://schemas.microsoft.com/office/drawing/2014/main" id="{7CE8D452-789C-1206-4A64-FFFB1BD63B25}"/>
              </a:ext>
            </a:extLst>
          </p:cNvPr>
          <p:cNvCxnSpPr>
            <a:cxnSpLocks/>
          </p:cNvCxnSpPr>
          <p:nvPr/>
        </p:nvCxnSpPr>
        <p:spPr>
          <a:xfrm flipV="1">
            <a:off x="4710275" y="2416302"/>
            <a:ext cx="0" cy="237744"/>
          </a:xfrm>
          <a:prstGeom prst="line">
            <a:avLst/>
          </a:prstGeom>
          <a:ln w="15875">
            <a:solidFill>
              <a:srgbClr val="009670"/>
            </a:solidFill>
            <a:prstDash val="sys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37">
            <a:extLst>
              <a:ext uri="{FF2B5EF4-FFF2-40B4-BE49-F238E27FC236}">
                <a16:creationId xmlns:a16="http://schemas.microsoft.com/office/drawing/2014/main" id="{FFFDCF31-65E6-9C3B-C2B3-075BFF0DB59E}"/>
              </a:ext>
            </a:extLst>
          </p:cNvPr>
          <p:cNvSpPr txBox="1"/>
          <p:nvPr/>
        </p:nvSpPr>
        <p:spPr>
          <a:xfrm>
            <a:off x="2696366" y="2482553"/>
            <a:ext cx="347472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dirty="0">
                <a:solidFill>
                  <a:srgbClr val="171C1B"/>
                </a:solidFill>
              </a:rPr>
              <a:t>≈ 50 </a:t>
            </a:r>
            <a:r>
              <a:rPr sz="800" b="1" i="0" dirty="0" err="1">
                <a:solidFill>
                  <a:srgbClr val="171C1B"/>
                </a:solidFill>
              </a:rPr>
              <a:t>postbariatrische</a:t>
            </a:r>
            <a:r>
              <a:rPr sz="800" b="1" i="0" dirty="0">
                <a:solidFill>
                  <a:srgbClr val="171C1B"/>
                </a:solidFill>
              </a:rPr>
              <a:t> </a:t>
            </a:r>
            <a:r>
              <a:rPr sz="800" b="1" i="0" dirty="0" err="1">
                <a:solidFill>
                  <a:srgbClr val="171C1B"/>
                </a:solidFill>
              </a:rPr>
              <a:t>Termine</a:t>
            </a:r>
            <a:r>
              <a:rPr sz="800" b="1" i="0" dirty="0">
                <a:solidFill>
                  <a:srgbClr val="171C1B"/>
                </a:solidFill>
              </a:rPr>
              <a:t> a</a:t>
            </a:r>
            <a:r>
              <a:rPr lang="de-CH" sz="800" b="1" i="0" dirty="0">
                <a:solidFill>
                  <a:srgbClr val="171C1B"/>
                </a:solidFill>
              </a:rPr>
              <a:t>n UDEM  </a:t>
            </a:r>
            <a:r>
              <a:rPr sz="800" b="0" i="0" dirty="0">
                <a:solidFill>
                  <a:srgbClr val="677078"/>
                </a:solidFill>
              </a:rPr>
              <a:t>· </a:t>
            </a:r>
            <a:r>
              <a:rPr sz="800" b="0" i="0" dirty="0" err="1">
                <a:solidFill>
                  <a:srgbClr val="677078"/>
                </a:solidFill>
              </a:rPr>
              <a:t>nach</a:t>
            </a:r>
            <a:r>
              <a:rPr sz="800" b="0" i="0" dirty="0">
                <a:solidFill>
                  <a:srgbClr val="677078"/>
                </a:solidFill>
              </a:rPr>
              <a:t> OP </a:t>
            </a:r>
            <a:r>
              <a:rPr sz="800" b="0" i="0" dirty="0" err="1">
                <a:solidFill>
                  <a:srgbClr val="677078"/>
                </a:solidFill>
              </a:rPr>
              <a:t>Viszeralchirurgie</a:t>
            </a:r>
            <a:endParaRPr sz="800" b="0" i="0" dirty="0">
              <a:solidFill>
                <a:srgbClr val="677078"/>
              </a:solidFill>
            </a:endParaRPr>
          </a:p>
        </p:txBody>
      </p:sp>
      <p:sp>
        <p:nvSpPr>
          <p:cNvPr id="14" name="Rectangle 38">
            <a:extLst>
              <a:ext uri="{FF2B5EF4-FFF2-40B4-BE49-F238E27FC236}">
                <a16:creationId xmlns:a16="http://schemas.microsoft.com/office/drawing/2014/main" id="{9833CFC1-6948-DEDD-DFE7-6E5FF8203096}"/>
              </a:ext>
            </a:extLst>
          </p:cNvPr>
          <p:cNvSpPr/>
          <p:nvPr/>
        </p:nvSpPr>
        <p:spPr>
          <a:xfrm>
            <a:off x="6035040" y="1312915"/>
            <a:ext cx="2606040" cy="2103120"/>
          </a:xfrm>
          <a:prstGeom prst="rect">
            <a:avLst/>
          </a:prstGeom>
          <a:solidFill>
            <a:srgbClr val="F0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39">
            <a:extLst>
              <a:ext uri="{FF2B5EF4-FFF2-40B4-BE49-F238E27FC236}">
                <a16:creationId xmlns:a16="http://schemas.microsoft.com/office/drawing/2014/main" id="{800F5571-A5D8-218C-003D-B9FAD1573F04}"/>
              </a:ext>
            </a:extLst>
          </p:cNvPr>
          <p:cNvSpPr/>
          <p:nvPr/>
        </p:nvSpPr>
        <p:spPr>
          <a:xfrm>
            <a:off x="6035040" y="1312915"/>
            <a:ext cx="36576" cy="2103120"/>
          </a:xfrm>
          <a:prstGeom prst="rect">
            <a:avLst/>
          </a:prstGeom>
          <a:solidFill>
            <a:srgbClr val="EE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0">
            <a:extLst>
              <a:ext uri="{FF2B5EF4-FFF2-40B4-BE49-F238E27FC236}">
                <a16:creationId xmlns:a16="http://schemas.microsoft.com/office/drawing/2014/main" id="{51602A77-9DC2-D757-CF9E-78D38AC25EC0}"/>
              </a:ext>
            </a:extLst>
          </p:cNvPr>
          <p:cNvSpPr txBox="1"/>
          <p:nvPr/>
        </p:nvSpPr>
        <p:spPr>
          <a:xfrm>
            <a:off x="6217920" y="1440931"/>
            <a:ext cx="2286000" cy="1508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1" i="0" dirty="0">
                <a:solidFill>
                  <a:srgbClr val="009670"/>
                </a:solidFill>
              </a:rPr>
              <a:t>GESAMTVOLUMEN UDEM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7920" y="1828800"/>
            <a:ext cx="22860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71C1B"/>
                </a:solidFill>
              </a:rPr>
              <a:t>&gt; 1’000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17920" y="2450592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677078"/>
                </a:solidFill>
              </a:rPr>
              <a:t>Adipositas-Kontakte pro Monat,</a:t>
            </a:r>
          </a:p>
          <a:p>
            <a:pPr algn="l"/>
            <a:r>
              <a:rPr sz="1050" b="0" i="0">
                <a:solidFill>
                  <a:srgbClr val="677078"/>
                </a:solidFill>
              </a:rPr>
              <a:t>ärztlich und interprofessionell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148840" y="2734056"/>
            <a:ext cx="223113" cy="384048"/>
          </a:xfrm>
          <a:prstGeom prst="rect">
            <a:avLst/>
          </a:prstGeom>
          <a:pattFill prst="pct30">
            <a:fgClr>
              <a:srgbClr val="009670"/>
            </a:fgClr>
            <a:bgClr>
              <a:srgbClr val="FFFFFF"/>
            </a:bgClr>
          </a:pattFill>
          <a:ln w="12700">
            <a:solidFill>
              <a:srgbClr val="0096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48640" y="3310128"/>
            <a:ext cx="237744" cy="118872"/>
          </a:xfrm>
          <a:prstGeom prst="rect">
            <a:avLst/>
          </a:prstGeom>
          <a:pattFill prst="pct30">
            <a:fgClr>
              <a:srgbClr val="009670"/>
            </a:fgClr>
            <a:bgClr>
              <a:srgbClr val="FFFFFF"/>
            </a:bgClr>
          </a:pattFill>
          <a:ln w="12700">
            <a:solidFill>
              <a:srgbClr val="0096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68680" y="3291840"/>
            <a:ext cx="51206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171C1B"/>
                </a:solidFill>
              </a:rPr>
              <a:t>Teil der Termine durch UDEM-Assistenzärzt:innen geführt</a:t>
            </a:r>
            <a:r>
              <a:rPr sz="850" b="0" i="0">
                <a:solidFill>
                  <a:srgbClr val="677078"/>
                </a:solidFill>
              </a:rPr>
              <a:t> – UDEM-finanziert, Abrechnung UVCM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5</a:t>
            </a:fld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Zusammenarbeit Adipositasbereich UDEM &amp; UVCM</a:t>
            </a:r>
          </a:p>
        </p:txBody>
      </p:sp>
      <p:sp>
        <p:nvSpPr>
          <p:cNvPr id="16" name="Datumsplatzhalter 3">
            <a:extLst>
              <a:ext uri="{FF2B5EF4-FFF2-40B4-BE49-F238E27FC236}">
                <a16:creationId xmlns:a16="http://schemas.microsoft.com/office/drawing/2014/main" id="{2EC89CAB-DC3A-3450-EDA0-401A7D12A58D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7477128" y="4888800"/>
            <a:ext cx="824487" cy="103465"/>
          </a:xfrm>
        </p:spPr>
        <p:txBody>
          <a:bodyPr/>
          <a:lstStyle/>
          <a:p>
            <a:r>
              <a:rPr lang="de-DE"/>
              <a:t>27.10.2026</a:t>
            </a:r>
            <a:endParaRPr lang="de-DE" dirty="0"/>
          </a:p>
        </p:txBody>
      </p:sp>
      <p:sp>
        <p:nvSpPr>
          <p:cNvPr id="17" name="TextBox 16"/>
          <p:cNvSpPr txBox="1"/>
          <p:nvPr/>
        </p:nvSpPr>
        <p:spPr>
          <a:xfrm>
            <a:off x="5212080" y="347472"/>
            <a:ext cx="336499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60" b="0" i="0">
                <a:solidFill>
                  <a:srgbClr val="677078"/>
                </a:solidFill>
              </a:rPr>
              <a:t>Ausgangslage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822960"/>
            <a:ext cx="8046720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50" b="1" i="0">
                <a:solidFill>
                  <a:srgbClr val="171C1B"/>
                </a:solidFill>
              </a:rPr>
              <a:t>Zuweisungswege heute: drei Eingänge, zwei Zentren</a:t>
            </a:r>
          </a:p>
        </p:txBody>
      </p:sp>
      <p:sp>
        <p:nvSpPr>
          <p:cNvPr id="19" name="Entwurf"/>
          <p:cNvSpPr/>
          <p:nvPr/>
        </p:nvSpPr>
        <p:spPr>
          <a:xfrm>
            <a:off x="7662672" y="91440"/>
            <a:ext cx="932688" cy="2286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EE8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900" b="1">
                <a:solidFill>
                  <a:srgbClr val="EE8F7A"/>
                </a:solidFill>
              </a:rPr>
              <a:t>ENTWURF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212848"/>
            <a:ext cx="1325880" cy="713232"/>
          </a:xfrm>
          <a:prstGeom prst="rect">
            <a:avLst/>
          </a:prstGeom>
          <a:solidFill>
            <a:srgbClr val="F0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00" b="1">
                <a:solidFill>
                  <a:srgbClr val="171C1B"/>
                </a:solidFill>
              </a:rPr>
              <a:t>Zuweisende</a:t>
            </a:r>
          </a:p>
          <a:p>
            <a:pPr algn="ctr"/>
            <a:r>
              <a:rPr sz="850" b="0">
                <a:solidFill>
                  <a:srgbClr val="677078"/>
                </a:solidFill>
              </a:rPr>
              <a:t>Hausärzt:innen, Spitäler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9320" y="1481328"/>
            <a:ext cx="2606040" cy="822960"/>
          </a:xfrm>
          <a:prstGeom prst="rect">
            <a:avLst/>
          </a:prstGeom>
          <a:solidFill>
            <a:srgbClr val="F0F6F3"/>
          </a:solidFill>
          <a:ln w="12700">
            <a:solidFill>
              <a:srgbClr val="CFD8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zsg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768" y="1572768"/>
            <a:ext cx="2286000" cy="432661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144768" y="2048256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677078"/>
                </a:solidFill>
              </a:rPr>
              <a:t>UDEM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89320" y="2852928"/>
            <a:ext cx="2606040" cy="822960"/>
          </a:xfrm>
          <a:prstGeom prst="rect">
            <a:avLst/>
          </a:prstGeom>
          <a:solidFill>
            <a:srgbClr val="F0F6F3"/>
          </a:solidFill>
          <a:ln w="12700">
            <a:solidFill>
              <a:srgbClr val="CFD8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adi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2926080"/>
            <a:ext cx="1234440" cy="301203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144768" y="3419856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677078"/>
                </a:solidFill>
              </a:rPr>
              <a:t>UVCM · Viszerale Chirurgie</a:t>
            </a:r>
          </a:p>
        </p:txBody>
      </p:sp>
      <p:cxnSp>
        <p:nvCxnSpPr>
          <p:cNvPr id="47" name="Connector 46"/>
          <p:cNvCxnSpPr/>
          <p:nvPr/>
        </p:nvCxnSpPr>
        <p:spPr>
          <a:xfrm flipV="1">
            <a:off x="6720840" y="2304288"/>
            <a:ext cx="0" cy="548640"/>
          </a:xfrm>
          <a:prstGeom prst="line">
            <a:avLst/>
          </a:prstGeom>
          <a:ln w="38100">
            <a:solidFill>
              <a:srgbClr val="EE8F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6812280" y="2432304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dirty="0" err="1">
                <a:solidFill>
                  <a:srgbClr val="C0503A"/>
                </a:solidFill>
              </a:rPr>
              <a:t>Weiterweisung</a:t>
            </a:r>
            <a:endParaRPr sz="950" b="1" i="0" dirty="0">
              <a:solidFill>
                <a:srgbClr val="C0503A"/>
              </a:solidFill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548640" y="3931920"/>
            <a:ext cx="8046720" cy="731520"/>
          </a:xfrm>
          <a:prstGeom prst="rect">
            <a:avLst/>
          </a:prstGeom>
          <a:solidFill>
            <a:srgbClr val="F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548640" y="3931920"/>
            <a:ext cx="36576" cy="731520"/>
          </a:xfrm>
          <a:prstGeom prst="rect">
            <a:avLst/>
          </a:prstGeom>
          <a:solidFill>
            <a:srgbClr val="EE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85800" y="4005072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1" i="0">
                <a:solidFill>
                  <a:srgbClr val="9A4A38"/>
                </a:solidFill>
              </a:rPr>
              <a:t>WARTEZEIT BEI FEHLZUWEISUNG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944368" y="4114800"/>
            <a:ext cx="1463040" cy="329184"/>
          </a:xfrm>
          <a:prstGeom prst="rect">
            <a:avLst/>
          </a:prstGeom>
          <a:solidFill>
            <a:srgbClr val="EE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00" b="1" dirty="0">
                <a:solidFill>
                  <a:srgbClr val="FFFFFF"/>
                </a:solidFill>
              </a:rPr>
              <a:t>1–</a:t>
            </a:r>
            <a:r>
              <a:rPr lang="de-CH" sz="1100" b="1" dirty="0">
                <a:solidFill>
                  <a:srgbClr val="FFFFFF"/>
                </a:solidFill>
              </a:rPr>
              <a:t>3</a:t>
            </a:r>
            <a:r>
              <a:rPr sz="1100" b="1" dirty="0">
                <a:solidFill>
                  <a:srgbClr val="FFFFFF"/>
                </a:solidFill>
              </a:rPr>
              <a:t> </a:t>
            </a:r>
            <a:r>
              <a:rPr sz="1100" b="1" dirty="0" err="1">
                <a:solidFill>
                  <a:srgbClr val="FFFFFF"/>
                </a:solidFill>
              </a:rPr>
              <a:t>Monate</a:t>
            </a:r>
            <a:endParaRPr sz="1100" b="1" dirty="0">
              <a:solidFill>
                <a:srgbClr val="FFFFFF"/>
              </a:solidFill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4773168" y="4114800"/>
            <a:ext cx="1463040" cy="329184"/>
          </a:xfrm>
          <a:prstGeom prst="rect">
            <a:avLst/>
          </a:prstGeom>
          <a:solidFill>
            <a:srgbClr val="EE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00" b="1" dirty="0">
                <a:solidFill>
                  <a:srgbClr val="FFFFFF"/>
                </a:solidFill>
              </a:rPr>
              <a:t>+ 1–</a:t>
            </a:r>
            <a:r>
              <a:rPr lang="de-CH" sz="1100" b="1" dirty="0">
                <a:solidFill>
                  <a:srgbClr val="FFFFFF"/>
                </a:solidFill>
              </a:rPr>
              <a:t>3</a:t>
            </a:r>
            <a:r>
              <a:rPr sz="1100" b="1" dirty="0">
                <a:solidFill>
                  <a:srgbClr val="FFFFFF"/>
                </a:solidFill>
              </a:rPr>
              <a:t> </a:t>
            </a:r>
            <a:r>
              <a:rPr sz="1100" b="1" dirty="0" err="1">
                <a:solidFill>
                  <a:srgbClr val="FFFFFF"/>
                </a:solidFill>
              </a:rPr>
              <a:t>Monate</a:t>
            </a:r>
            <a:endParaRPr sz="1100" b="1" dirty="0">
              <a:solidFill>
                <a:srgbClr val="FFFFFF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6400800" y="4148587"/>
            <a:ext cx="2103120" cy="2616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 dirty="0">
                <a:solidFill>
                  <a:srgbClr val="C0503A"/>
                </a:solidFill>
              </a:rPr>
              <a:t>= bis </a:t>
            </a:r>
            <a:r>
              <a:rPr sz="1700" b="1" i="0" dirty="0" err="1">
                <a:solidFill>
                  <a:srgbClr val="C0503A"/>
                </a:solidFill>
              </a:rPr>
              <a:t>zu</a:t>
            </a:r>
            <a:r>
              <a:rPr sz="1700" b="1" i="0" dirty="0">
                <a:solidFill>
                  <a:srgbClr val="C0503A"/>
                </a:solidFill>
              </a:rPr>
              <a:t> </a:t>
            </a:r>
            <a:r>
              <a:rPr lang="de-CH" sz="1700" b="1" i="0" dirty="0">
                <a:solidFill>
                  <a:srgbClr val="C0503A"/>
                </a:solidFill>
              </a:rPr>
              <a:t>6</a:t>
            </a:r>
            <a:r>
              <a:rPr sz="1700" b="1" i="0" dirty="0">
                <a:solidFill>
                  <a:srgbClr val="C0503A"/>
                </a:solidFill>
              </a:rPr>
              <a:t> </a:t>
            </a:r>
            <a:r>
              <a:rPr sz="1700" b="1" i="0" dirty="0" err="1">
                <a:solidFill>
                  <a:srgbClr val="C0503A"/>
                </a:solidFill>
              </a:rPr>
              <a:t>Monate</a:t>
            </a:r>
            <a:endParaRPr sz="1700" b="1" i="0" dirty="0">
              <a:solidFill>
                <a:srgbClr val="C0503A"/>
              </a:solidFill>
            </a:endParaRPr>
          </a:p>
        </p:txBody>
      </p:sp>
      <p:cxnSp>
        <p:nvCxnSpPr>
          <p:cNvPr id="6" name="Connector 46">
            <a:extLst>
              <a:ext uri="{FF2B5EF4-FFF2-40B4-BE49-F238E27FC236}">
                <a16:creationId xmlns:a16="http://schemas.microsoft.com/office/drawing/2014/main" id="{44B12EFF-16E5-EE50-296F-D35DE5D9872F}"/>
              </a:ext>
            </a:extLst>
          </p:cNvPr>
          <p:cNvCxnSpPr>
            <a:cxnSpLocks/>
          </p:cNvCxnSpPr>
          <p:nvPr/>
        </p:nvCxnSpPr>
        <p:spPr>
          <a:xfrm>
            <a:off x="7790613" y="2322575"/>
            <a:ext cx="0" cy="548641"/>
          </a:xfrm>
          <a:prstGeom prst="line">
            <a:avLst/>
          </a:prstGeom>
          <a:ln w="38100">
            <a:solidFill>
              <a:srgbClr val="EE8F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46">
            <a:extLst>
              <a:ext uri="{FF2B5EF4-FFF2-40B4-BE49-F238E27FC236}">
                <a16:creationId xmlns:a16="http://schemas.microsoft.com/office/drawing/2014/main" id="{3C6A3ED9-C14A-5248-3A79-12C8B0A03FCA}"/>
              </a:ext>
            </a:extLst>
          </p:cNvPr>
          <p:cNvCxnSpPr>
            <a:cxnSpLocks/>
          </p:cNvCxnSpPr>
          <p:nvPr/>
        </p:nvCxnSpPr>
        <p:spPr>
          <a:xfrm>
            <a:off x="4375367" y="4279392"/>
            <a:ext cx="337882" cy="0"/>
          </a:xfrm>
          <a:prstGeom prst="line">
            <a:avLst/>
          </a:prstGeom>
          <a:ln w="38100">
            <a:solidFill>
              <a:srgbClr val="EE8F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1874519" y="1993392"/>
            <a:ext cx="502921" cy="576072"/>
          </a:xfrm>
          <a:prstGeom prst="line">
            <a:avLst/>
          </a:prstGeom>
          <a:ln w="15875">
            <a:solidFill>
              <a:srgbClr val="A9B4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874519" y="2569464"/>
            <a:ext cx="502921" cy="0"/>
          </a:xfrm>
          <a:prstGeom prst="line">
            <a:avLst/>
          </a:prstGeom>
          <a:ln w="15875">
            <a:solidFill>
              <a:srgbClr val="A9B4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874519" y="2569464"/>
            <a:ext cx="502921" cy="576072"/>
          </a:xfrm>
          <a:prstGeom prst="line">
            <a:avLst/>
          </a:prstGeom>
          <a:ln w="15875">
            <a:solidFill>
              <a:srgbClr val="A9B4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4892040" y="1783080"/>
            <a:ext cx="1097280" cy="210312"/>
          </a:xfrm>
          <a:prstGeom prst="line">
            <a:avLst/>
          </a:prstGeom>
          <a:ln w="19050">
            <a:solidFill>
              <a:srgbClr val="8FA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4892040" y="1993392"/>
            <a:ext cx="1097280" cy="1024128"/>
          </a:xfrm>
          <a:prstGeom prst="line">
            <a:avLst/>
          </a:prstGeom>
          <a:ln w="19050">
            <a:solidFill>
              <a:srgbClr val="8FA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4892040" y="1965960"/>
            <a:ext cx="1097280" cy="603504"/>
          </a:xfrm>
          <a:prstGeom prst="line">
            <a:avLst/>
          </a:prstGeom>
          <a:ln w="19050">
            <a:solidFill>
              <a:srgbClr val="8FA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4892040" y="2569464"/>
            <a:ext cx="1097280" cy="649224"/>
          </a:xfrm>
          <a:prstGeom prst="line">
            <a:avLst/>
          </a:prstGeom>
          <a:ln w="12700">
            <a:solidFill>
              <a:srgbClr val="EE8F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4892040" y="3145536"/>
            <a:ext cx="1097280" cy="256032"/>
          </a:xfrm>
          <a:prstGeom prst="line">
            <a:avLst/>
          </a:prstGeom>
          <a:ln w="19050">
            <a:solidFill>
              <a:srgbClr val="8FA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4892040" y="2157984"/>
            <a:ext cx="1097280" cy="987552"/>
          </a:xfrm>
          <a:prstGeom prst="line">
            <a:avLst/>
          </a:prstGeom>
          <a:ln w="12700">
            <a:solidFill>
              <a:srgbClr val="EE8F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2377440" y="1828800"/>
            <a:ext cx="2514600" cy="329184"/>
          </a:xfrm>
          <a:prstGeom prst="roundRect">
            <a:avLst>
              <a:gd name="adj" fmla="val 50000"/>
            </a:avLst>
          </a:prstGeom>
          <a:solidFill>
            <a:srgbClr val="E6F3EE"/>
          </a:solidFill>
          <a:ln w="12700">
            <a:solidFill>
              <a:srgbClr val="0096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8288" bIns="18288"/>
          <a:lstStyle/>
          <a:p>
            <a:pPr algn="l"/>
            <a:r>
              <a:rPr sz="1000" b="1">
                <a:solidFill>
                  <a:srgbClr val="171C1B"/>
                </a:solidFill>
              </a:rPr>
              <a:t>InselLink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377440" y="2404872"/>
            <a:ext cx="251460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D8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8288" bIns="18288"/>
          <a:lstStyle/>
          <a:p>
            <a:pPr algn="l"/>
            <a:r>
              <a:rPr sz="1000" b="1">
                <a:solidFill>
                  <a:srgbClr val="171C1B"/>
                </a:solidFill>
              </a:rPr>
              <a:t>UDEM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2377440" y="2980944"/>
            <a:ext cx="251460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D8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8288" bIns="18288"/>
          <a:lstStyle/>
          <a:p>
            <a:pPr algn="l"/>
            <a:r>
              <a:rPr sz="1000" b="1">
                <a:solidFill>
                  <a:srgbClr val="171C1B"/>
                </a:solidFill>
              </a:rPr>
              <a:t>UVCM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" dur="4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" dur="4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4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4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4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4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4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4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4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4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4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  <p:bldP spid="66" grpId="0" animBg="1"/>
      <p:bldP spid="67" grpId="0" animBg="1"/>
      <p:bldP spid="48" grpId="0" animBg="1"/>
      <p:bldP spid="49" grpId="0" animBg="1"/>
      <p:bldP spid="50" grpId="0" animBg="1"/>
      <p:bldP spid="51" grpId="0" animBg="1"/>
      <p:bldP spid="53" grpId="0" animBg="1"/>
      <p:bldP spid="54" grpId="0" animBg="1"/>
      <p:bldP spid="5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6</a:t>
            </a:fld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Zusammenarbeit Adipositasbereich UDEM &amp; UVCM</a:t>
            </a:r>
          </a:p>
        </p:txBody>
      </p:sp>
      <p:sp>
        <p:nvSpPr>
          <p:cNvPr id="16" name="Datumsplatzhalter 3">
            <a:extLst>
              <a:ext uri="{FF2B5EF4-FFF2-40B4-BE49-F238E27FC236}">
                <a16:creationId xmlns:a16="http://schemas.microsoft.com/office/drawing/2014/main" id="{2EC89CAB-DC3A-3450-EDA0-401A7D12A58D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7477128" y="4888800"/>
            <a:ext cx="824487" cy="103465"/>
          </a:xfrm>
        </p:spPr>
        <p:txBody>
          <a:bodyPr/>
          <a:lstStyle/>
          <a:p>
            <a:r>
              <a:rPr lang="de-DE"/>
              <a:t>27.10.2026</a:t>
            </a:r>
            <a:endParaRPr lang="de-DE" dirty="0"/>
          </a:p>
        </p:txBody>
      </p:sp>
      <p:sp>
        <p:nvSpPr>
          <p:cNvPr id="17" name="TextBox 16"/>
          <p:cNvSpPr txBox="1"/>
          <p:nvPr/>
        </p:nvSpPr>
        <p:spPr>
          <a:xfrm>
            <a:off x="5212080" y="347472"/>
            <a:ext cx="336499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60" b="0" i="0">
                <a:solidFill>
                  <a:srgbClr val="677078"/>
                </a:solidFill>
              </a:rPr>
              <a:t>Zielbild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822960"/>
            <a:ext cx="8046720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50" b="1" i="0">
                <a:solidFill>
                  <a:srgbClr val="171C1B"/>
                </a:solidFill>
              </a:rPr>
              <a:t>Zuweisung Ziel: gebündelte Triage, klare Kriterien</a:t>
            </a:r>
          </a:p>
        </p:txBody>
      </p:sp>
      <p:sp>
        <p:nvSpPr>
          <p:cNvPr id="19" name="Entwurf"/>
          <p:cNvSpPr/>
          <p:nvPr/>
        </p:nvSpPr>
        <p:spPr>
          <a:xfrm>
            <a:off x="7662672" y="91440"/>
            <a:ext cx="932688" cy="2286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EE8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900" b="1">
                <a:solidFill>
                  <a:srgbClr val="EE8F7A"/>
                </a:solidFill>
              </a:rPr>
              <a:t>ENTWURF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481328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1" i="0">
                <a:solidFill>
                  <a:srgbClr val="677078"/>
                </a:solidFill>
              </a:rPr>
              <a:t>HEUTE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2761488" y="2450592"/>
            <a:ext cx="384048" cy="310896"/>
          </a:xfrm>
          <a:prstGeom prst="rightArrow">
            <a:avLst/>
          </a:prstGeom>
          <a:solidFill>
            <a:srgbClr val="D5D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291840" y="1481328"/>
            <a:ext cx="19202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1" i="0">
                <a:solidFill>
                  <a:srgbClr val="009670"/>
                </a:solidFill>
              </a:rPr>
              <a:t>ZIEL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0" y="2194560"/>
            <a:ext cx="1325880" cy="868680"/>
          </a:xfrm>
          <a:prstGeom prst="rect">
            <a:avLst/>
          </a:prstGeom>
          <a:solidFill>
            <a:srgbClr val="009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Gebündelte Triage</a:t>
            </a:r>
          </a:p>
          <a:p>
            <a:pPr algn="ctr"/>
            <a:r>
              <a:rPr sz="850" b="0">
                <a:solidFill>
                  <a:srgbClr val="FFFFFF"/>
                </a:solidFill>
              </a:rPr>
              <a:t>nach definierten Kriterien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995160" y="2624328"/>
            <a:ext cx="274320" cy="0"/>
          </a:xfrm>
          <a:prstGeom prst="line">
            <a:avLst/>
          </a:prstGeom>
          <a:ln w="22225">
            <a:solidFill>
              <a:srgbClr val="0096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7269480" y="2103120"/>
            <a:ext cx="1325880" cy="1051560"/>
          </a:xfrm>
          <a:prstGeom prst="rect">
            <a:avLst/>
          </a:prstGeom>
          <a:solidFill>
            <a:srgbClr val="F0F6F3"/>
          </a:solidFill>
          <a:ln w="12700">
            <a:solidFill>
              <a:srgbClr val="0096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00" b="1">
                <a:solidFill>
                  <a:srgbClr val="171C1B"/>
                </a:solidFill>
              </a:rPr>
              <a:t>Richtiger Behandlungspfad</a:t>
            </a:r>
          </a:p>
          <a:p>
            <a:pPr algn="ctr"/>
            <a:r>
              <a:rPr sz="850" b="0">
                <a:solidFill>
                  <a:srgbClr val="677078"/>
                </a:solidFill>
              </a:rPr>
              <a:t>ab dem Erstkontakt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3977639"/>
            <a:ext cx="8046720" cy="457200"/>
          </a:xfrm>
          <a:prstGeom prst="rect">
            <a:avLst/>
          </a:prstGeom>
          <a:solidFill>
            <a:srgbClr val="F0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48640" y="3977639"/>
            <a:ext cx="36576" cy="457200"/>
          </a:xfrm>
          <a:prstGeom prst="rect">
            <a:avLst/>
          </a:prstGeom>
          <a:solidFill>
            <a:srgbClr val="009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85800" y="3977639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10" b="0" i="0">
                <a:solidFill>
                  <a:srgbClr val="171C1B"/>
                </a:solidFill>
              </a:rPr>
              <a:t>Gebündelte Triage, klare Kriterien, keine Umwege zwischen den Kliniken.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2103120"/>
            <a:ext cx="2148840" cy="274320"/>
          </a:xfrm>
          <a:prstGeom prst="roundRect">
            <a:avLst>
              <a:gd name="adj" fmla="val 50000"/>
            </a:avLst>
          </a:prstGeom>
          <a:solidFill>
            <a:srgbClr val="F2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8288" bIns="18288"/>
          <a:lstStyle/>
          <a:p>
            <a:pPr algn="l"/>
            <a:r>
              <a:rPr sz="800" b="0">
                <a:solidFill>
                  <a:srgbClr val="677078"/>
                </a:solidFill>
              </a:rPr>
              <a:t>InselLink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" y="2468879"/>
            <a:ext cx="2148840" cy="274320"/>
          </a:xfrm>
          <a:prstGeom prst="roundRect">
            <a:avLst>
              <a:gd name="adj" fmla="val 50000"/>
            </a:avLst>
          </a:prstGeom>
          <a:solidFill>
            <a:srgbClr val="F2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8288" bIns="18288"/>
          <a:lstStyle/>
          <a:p>
            <a:pPr algn="l"/>
            <a:r>
              <a:rPr sz="800" b="0">
                <a:solidFill>
                  <a:srgbClr val="677078"/>
                </a:solidFill>
              </a:rPr>
              <a:t>UDEM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2834639"/>
            <a:ext cx="2148840" cy="274320"/>
          </a:xfrm>
          <a:prstGeom prst="roundRect">
            <a:avLst>
              <a:gd name="adj" fmla="val 50000"/>
            </a:avLst>
          </a:prstGeom>
          <a:solidFill>
            <a:srgbClr val="F2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8288" bIns="18288"/>
          <a:lstStyle/>
          <a:p>
            <a:pPr algn="l"/>
            <a:r>
              <a:rPr sz="800" b="0">
                <a:solidFill>
                  <a:srgbClr val="677078"/>
                </a:solidFill>
              </a:rPr>
              <a:t>UVCM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291840" y="2139696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E6F3EE"/>
          </a:solidFill>
          <a:ln w="12700">
            <a:solidFill>
              <a:srgbClr val="0096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8288" bIns="18288"/>
          <a:lstStyle/>
          <a:p>
            <a:pPr algn="l"/>
            <a:r>
              <a:rPr sz="1050" b="1">
                <a:solidFill>
                  <a:srgbClr val="171C1B"/>
                </a:solidFill>
              </a:rPr>
              <a:t>InselLink</a:t>
            </a:r>
          </a:p>
          <a:p>
            <a:pPr algn="l"/>
            <a:r>
              <a:rPr sz="750" b="0">
                <a:solidFill>
                  <a:srgbClr val="006B4F"/>
                </a:solidFill>
              </a:rPr>
              <a:t>bleibt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291840" y="2724912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96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8288" bIns="18288"/>
          <a:lstStyle/>
          <a:p>
            <a:pPr algn="l"/>
            <a:r>
              <a:rPr sz="1050" b="1">
                <a:solidFill>
                  <a:srgbClr val="171C1B"/>
                </a:solidFill>
              </a:rPr>
              <a:t>Zentrale Triage</a:t>
            </a:r>
          </a:p>
          <a:p>
            <a:pPr algn="l"/>
            <a:r>
              <a:rPr sz="750" b="0">
                <a:solidFill>
                  <a:srgbClr val="677078"/>
                </a:solidFill>
              </a:rPr>
              <a:t>definierte Stelle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212080" y="2331720"/>
            <a:ext cx="457200" cy="292608"/>
          </a:xfrm>
          <a:prstGeom prst="line">
            <a:avLst/>
          </a:prstGeom>
          <a:ln w="22225">
            <a:solidFill>
              <a:srgbClr val="009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5212080" y="2624328"/>
            <a:ext cx="457200" cy="292608"/>
          </a:xfrm>
          <a:prstGeom prst="line">
            <a:avLst/>
          </a:prstGeom>
          <a:ln w="22225">
            <a:solidFill>
              <a:srgbClr val="009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7</a:t>
            </a:fld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Zusammenarbeit Adipositasbereich UDEM &amp; UVCM</a:t>
            </a:r>
          </a:p>
        </p:txBody>
      </p:sp>
      <p:sp>
        <p:nvSpPr>
          <p:cNvPr id="16" name="Datumsplatzhalter 3">
            <a:extLst>
              <a:ext uri="{FF2B5EF4-FFF2-40B4-BE49-F238E27FC236}">
                <a16:creationId xmlns:a16="http://schemas.microsoft.com/office/drawing/2014/main" id="{2EC89CAB-DC3A-3450-EDA0-401A7D12A58D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7477128" y="4888800"/>
            <a:ext cx="824487" cy="103465"/>
          </a:xfrm>
        </p:spPr>
        <p:txBody>
          <a:bodyPr/>
          <a:lstStyle/>
          <a:p>
            <a:r>
              <a:rPr lang="de-DE"/>
              <a:t>27.10.2026</a:t>
            </a:r>
            <a:endParaRPr lang="de-DE" dirty="0"/>
          </a:p>
        </p:txBody>
      </p:sp>
      <p:sp>
        <p:nvSpPr>
          <p:cNvPr id="17" name="TextBox 16"/>
          <p:cNvSpPr txBox="1"/>
          <p:nvPr/>
        </p:nvSpPr>
        <p:spPr>
          <a:xfrm>
            <a:off x="5212080" y="347472"/>
            <a:ext cx="336499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60" b="0" i="0">
                <a:solidFill>
                  <a:srgbClr val="677078"/>
                </a:solidFill>
              </a:rPr>
              <a:t>Zielbild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822960"/>
            <a:ext cx="8046720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50" b="1" i="0">
                <a:solidFill>
                  <a:srgbClr val="171C1B"/>
                </a:solidFill>
              </a:rPr>
              <a:t>Zielbild: ein gemeinsamer Auftritt</a:t>
            </a:r>
          </a:p>
        </p:txBody>
      </p:sp>
      <p:sp>
        <p:nvSpPr>
          <p:cNvPr id="20" name="Entwurf"/>
          <p:cNvSpPr/>
          <p:nvPr/>
        </p:nvSpPr>
        <p:spPr>
          <a:xfrm>
            <a:off x="7662672" y="91440"/>
            <a:ext cx="932688" cy="2286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EE8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900" b="1">
                <a:solidFill>
                  <a:srgbClr val="EE8F7A"/>
                </a:solidFill>
              </a:rPr>
              <a:t>ENTWURF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1298448"/>
            <a:ext cx="8046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009670"/>
                </a:solidFill>
              </a:rPr>
              <a:t>Gebündelte Triage: richtig zugewiesene und zufriedenere Patient:innen, mehr Zuweisungen für beide Kliniken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057400" y="1481328"/>
            <a:ext cx="0" cy="109728"/>
          </a:xfrm>
          <a:prstGeom prst="line">
            <a:avLst/>
          </a:prstGeom>
          <a:ln w="15875">
            <a:solidFill>
              <a:srgbClr val="0096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086600" y="1481328"/>
            <a:ext cx="0" cy="109728"/>
          </a:xfrm>
          <a:prstGeom prst="line">
            <a:avLst/>
          </a:prstGeom>
          <a:ln w="15875">
            <a:solidFill>
              <a:srgbClr val="0096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48640" y="1600200"/>
            <a:ext cx="3017520" cy="960120"/>
          </a:xfrm>
          <a:prstGeom prst="rect">
            <a:avLst/>
          </a:prstGeom>
          <a:solidFill>
            <a:srgbClr val="F0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1600200"/>
            <a:ext cx="3017520" cy="45720"/>
          </a:xfrm>
          <a:prstGeom prst="rect">
            <a:avLst/>
          </a:prstGeom>
          <a:solidFill>
            <a:srgbClr val="009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1719072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009670"/>
                </a:solidFill>
              </a:rPr>
              <a:t>UDEM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1929384"/>
            <a:ext cx="27432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71C1B"/>
                </a:solidFill>
              </a:rPr>
              <a:t>Ernährung</a:t>
            </a:r>
          </a:p>
          <a:p>
            <a:pPr algn="l">
              <a:spcBef>
                <a:spcPts val="200"/>
              </a:spcBef>
            </a:pPr>
            <a:r>
              <a:rPr sz="1200" b="1" i="0">
                <a:solidFill>
                  <a:srgbClr val="171C1B"/>
                </a:solidFill>
              </a:rPr>
              <a:t>Medikamentöse Therapie</a:t>
            </a:r>
          </a:p>
          <a:p>
            <a:pPr algn="l">
              <a:spcBef>
                <a:spcPts val="200"/>
              </a:spcBef>
            </a:pPr>
            <a:r>
              <a:rPr sz="1200" b="1" i="0">
                <a:solidFill>
                  <a:srgbClr val="171C1B"/>
                </a:solidFill>
              </a:rPr>
              <a:t>Postbariatrische Nachsorge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77840" y="1600200"/>
            <a:ext cx="3017520" cy="960120"/>
          </a:xfrm>
          <a:prstGeom prst="rect">
            <a:avLst/>
          </a:prstGeom>
          <a:solidFill>
            <a:srgbClr val="F0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577840" y="1600200"/>
            <a:ext cx="3017520" cy="45720"/>
          </a:xfrm>
          <a:prstGeom prst="rect">
            <a:avLst/>
          </a:prstGeom>
          <a:solidFill>
            <a:srgbClr val="009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42432" y="1719072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009670"/>
                </a:solidFill>
              </a:rPr>
              <a:t>UVCM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42432" y="1929384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71C1B"/>
                </a:solidFill>
              </a:rPr>
              <a:t>Bariatrische Chirurgie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42432" y="2167128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677078"/>
                </a:solidFill>
              </a:rPr>
              <a:t>Operative und endoskopische Verfahren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0" y="1687068"/>
            <a:ext cx="20116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71C1B"/>
                </a:solidFill>
              </a:rPr>
              <a:t>Indikation zur Bariatrie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3639312" y="1860804"/>
            <a:ext cx="1865376" cy="0"/>
          </a:xfrm>
          <a:prstGeom prst="line">
            <a:avLst/>
          </a:prstGeom>
          <a:ln w="25400">
            <a:solidFill>
              <a:srgbClr val="0096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3566160" y="2016252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 i="0">
                <a:solidFill>
                  <a:srgbClr val="171C1B"/>
                </a:solidFill>
              </a:rPr>
              <a:t>Wechselwirkung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3639312" y="2318004"/>
            <a:ext cx="1865376" cy="0"/>
          </a:xfrm>
          <a:prstGeom prst="line">
            <a:avLst/>
          </a:prstGeom>
          <a:ln w="25400">
            <a:solidFill>
              <a:srgbClr val="0096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3566160" y="2363724"/>
            <a:ext cx="20116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71C1B"/>
                </a:solidFill>
              </a:rPr>
              <a:t>Postbariatrische Nachsorge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2633472"/>
            <a:ext cx="8046720" cy="45720"/>
          </a:xfrm>
          <a:prstGeom prst="rect">
            <a:avLst/>
          </a:prstGeom>
          <a:solidFill>
            <a:srgbClr val="009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2743200"/>
            <a:ext cx="47548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009670"/>
                </a:solidFill>
              </a:rPr>
              <a:t>ZERTIFIZIERUNGEN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0" y="2743200"/>
            <a:ext cx="3108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009670"/>
                </a:solidFill>
              </a:rPr>
              <a:t>QUALITÄTSSICHERUNG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3503" y="3035808"/>
            <a:ext cx="1353312" cy="1280159"/>
          </a:xfrm>
          <a:prstGeom prst="rect">
            <a:avLst/>
          </a:prstGeom>
          <a:solidFill>
            <a:srgbClr val="F0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57784" y="2962656"/>
            <a:ext cx="1444752" cy="73152"/>
          </a:xfrm>
          <a:prstGeom prst="rect">
            <a:avLst/>
          </a:prstGeom>
          <a:solidFill>
            <a:srgbClr val="009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249424" y="3035808"/>
            <a:ext cx="1353312" cy="1280159"/>
          </a:xfrm>
          <a:prstGeom prst="rect">
            <a:avLst/>
          </a:prstGeom>
          <a:solidFill>
            <a:srgbClr val="F0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203703" y="2962656"/>
            <a:ext cx="1444752" cy="73152"/>
          </a:xfrm>
          <a:prstGeom prst="rect">
            <a:avLst/>
          </a:prstGeom>
          <a:solidFill>
            <a:srgbClr val="009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895344" y="3035808"/>
            <a:ext cx="1353312" cy="1280159"/>
          </a:xfrm>
          <a:prstGeom prst="rect">
            <a:avLst/>
          </a:prstGeom>
          <a:solidFill>
            <a:srgbClr val="F0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849624" y="2962656"/>
            <a:ext cx="1444752" cy="73152"/>
          </a:xfrm>
          <a:prstGeom prst="rect">
            <a:avLst/>
          </a:prstGeom>
          <a:solidFill>
            <a:srgbClr val="009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541264" y="3035808"/>
            <a:ext cx="1353312" cy="1280159"/>
          </a:xfrm>
          <a:prstGeom prst="rect">
            <a:avLst/>
          </a:prstGeom>
          <a:solidFill>
            <a:srgbClr val="F0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495544" y="2962656"/>
            <a:ext cx="1444752" cy="73152"/>
          </a:xfrm>
          <a:prstGeom prst="rect">
            <a:avLst/>
          </a:prstGeom>
          <a:solidFill>
            <a:srgbClr val="009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187183" y="3035808"/>
            <a:ext cx="1353312" cy="1280159"/>
          </a:xfrm>
          <a:prstGeom prst="rect">
            <a:avLst/>
          </a:prstGeom>
          <a:solidFill>
            <a:srgbClr val="F0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141464" y="2962656"/>
            <a:ext cx="1444752" cy="73152"/>
          </a:xfrm>
          <a:prstGeom prst="rect">
            <a:avLst/>
          </a:prstGeom>
          <a:solidFill>
            <a:srgbClr val="009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163824"/>
            <a:ext cx="1243584" cy="254369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640080" y="3529584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71C1B"/>
                </a:solidFill>
              </a:rPr>
              <a:t>EASO COMs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59536" y="3877056"/>
            <a:ext cx="841248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77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750" b="1">
                <a:solidFill>
                  <a:srgbClr val="677078"/>
                </a:solidFill>
              </a:rPr>
              <a:t>bisher UDEM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286000" y="3145536"/>
            <a:ext cx="12801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71C1B"/>
                </a:solidFill>
              </a:rPr>
              <a:t>Swiss Medical Obesity Center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505456" y="3877056"/>
            <a:ext cx="841248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77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750" b="1">
                <a:solidFill>
                  <a:srgbClr val="677078"/>
                </a:solidFill>
              </a:rPr>
              <a:t>bisher UDEM</a:t>
            </a:r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9976" y="3090672"/>
            <a:ext cx="384048" cy="38404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3931920" y="3493008"/>
            <a:ext cx="1280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171C1B"/>
                </a:solidFill>
              </a:rPr>
              <a:t>Bariatrisches Referenzzentrum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151376" y="3877056"/>
            <a:ext cx="841248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77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750" b="1">
                <a:solidFill>
                  <a:srgbClr val="677078"/>
                </a:solidFill>
              </a:rPr>
              <a:t>bisher UVCM</a:t>
            </a:r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0448" y="3090672"/>
            <a:ext cx="694944" cy="494960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5577840" y="3657600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171C1B"/>
                </a:solidFill>
              </a:rPr>
              <a:t>Swiss Obesity Study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797296" y="3877056"/>
            <a:ext cx="841248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77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750" b="1">
                <a:solidFill>
                  <a:srgbClr val="677078"/>
                </a:solidFill>
              </a:rPr>
              <a:t>bisher UDEM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23759" y="3145536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 i="0">
                <a:solidFill>
                  <a:srgbClr val="171C1B"/>
                </a:solidFill>
              </a:rPr>
              <a:t>Adipositasboard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223759" y="3438144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677078"/>
                </a:solidFill>
              </a:rPr>
              <a:t>Interdisziplinäre Fallbesprechung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443216" y="3877056"/>
            <a:ext cx="841248" cy="173736"/>
          </a:xfrm>
          <a:prstGeom prst="roundRect">
            <a:avLst>
              <a:gd name="adj" fmla="val 50000"/>
            </a:avLst>
          </a:prstGeom>
          <a:solidFill>
            <a:srgbClr val="009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750" b="1">
                <a:solidFill>
                  <a:srgbClr val="FFFFFF"/>
                </a:solidFill>
              </a:rPr>
              <a:t>UDEM &amp; UVCM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5394960" y="2916936"/>
            <a:ext cx="0" cy="1362456"/>
          </a:xfrm>
          <a:prstGeom prst="line">
            <a:avLst/>
          </a:prstGeom>
          <a:ln w="12700">
            <a:solidFill>
              <a:srgbClr val="CFD8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ectangle 65"/>
          <p:cNvSpPr/>
          <p:nvPr/>
        </p:nvSpPr>
        <p:spPr>
          <a:xfrm>
            <a:off x="548640" y="4315968"/>
            <a:ext cx="8046720" cy="329184"/>
          </a:xfrm>
          <a:prstGeom prst="rect">
            <a:avLst/>
          </a:prstGeom>
          <a:solidFill>
            <a:srgbClr val="009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1100" b="1">
                <a:solidFill>
                  <a:srgbClr val="FFFFFF"/>
                </a:solidFill>
              </a:rPr>
              <a:t>Ziel: </a:t>
            </a:r>
            <a:r>
              <a:rPr sz="1100" b="0">
                <a:solidFill>
                  <a:srgbClr val="FFFFFF"/>
                </a:solidFill>
              </a:rPr>
              <a:t>Alle Zertifizierungen und die Qualitätssicherung gelten für UDEM &amp; UVCM gemeinsam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8</a:t>
            </a:fld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Zusammenarbeit Adipositasbereich UDEM &amp; UVCM</a:t>
            </a:r>
          </a:p>
        </p:txBody>
      </p:sp>
      <p:sp>
        <p:nvSpPr>
          <p:cNvPr id="16" name="Datumsplatzhalter 3">
            <a:extLst>
              <a:ext uri="{FF2B5EF4-FFF2-40B4-BE49-F238E27FC236}">
                <a16:creationId xmlns:a16="http://schemas.microsoft.com/office/drawing/2014/main" id="{2EC89CAB-DC3A-3450-EDA0-401A7D12A58D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7477128" y="4888800"/>
            <a:ext cx="824487" cy="103465"/>
          </a:xfrm>
        </p:spPr>
        <p:txBody>
          <a:bodyPr/>
          <a:lstStyle/>
          <a:p>
            <a:r>
              <a:rPr lang="de-DE"/>
              <a:t>27.10.2026</a:t>
            </a:r>
            <a:endParaRPr lang="de-DE" dirty="0"/>
          </a:p>
        </p:txBody>
      </p:sp>
      <p:sp>
        <p:nvSpPr>
          <p:cNvPr id="17" name="TextBox 16"/>
          <p:cNvSpPr txBox="1"/>
          <p:nvPr/>
        </p:nvSpPr>
        <p:spPr>
          <a:xfrm>
            <a:off x="5212080" y="347472"/>
            <a:ext cx="336499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60" b="0" i="0">
                <a:solidFill>
                  <a:srgbClr val="677078"/>
                </a:solidFill>
              </a:rPr>
              <a:t>Ausgangslage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822960"/>
            <a:ext cx="8046720" cy="330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50" b="1" i="0" dirty="0">
                <a:solidFill>
                  <a:srgbClr val="171C1B"/>
                </a:solidFill>
              </a:rPr>
              <a:t>Heute: </a:t>
            </a:r>
            <a:r>
              <a:rPr lang="de-CH" sz="2150" b="1" i="0" dirty="0">
                <a:solidFill>
                  <a:srgbClr val="171C1B"/>
                </a:solidFill>
              </a:rPr>
              <a:t>Zwei Webauftritte für Adipositas</a:t>
            </a:r>
            <a:endParaRPr sz="2150" b="1" i="0" dirty="0">
              <a:solidFill>
                <a:srgbClr val="171C1B"/>
              </a:solidFill>
            </a:endParaRPr>
          </a:p>
        </p:txBody>
      </p:sp>
      <p:sp>
        <p:nvSpPr>
          <p:cNvPr id="19" name="Entwurf"/>
          <p:cNvSpPr/>
          <p:nvPr/>
        </p:nvSpPr>
        <p:spPr>
          <a:xfrm>
            <a:off x="7662672" y="91440"/>
            <a:ext cx="932688" cy="2286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EE8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900" b="1">
                <a:solidFill>
                  <a:srgbClr val="EE8F7A"/>
                </a:solidFill>
              </a:rPr>
              <a:t>ENTWURF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481328"/>
            <a:ext cx="2331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77078"/>
                </a:solidFill>
              </a:rPr>
              <a:t>stoffwechsel-gewichtsregulation.insel.ch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1481328"/>
            <a:ext cx="2331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77078"/>
                </a:solidFill>
              </a:rPr>
              <a:t>adipositasbern.ch</a:t>
            </a:r>
          </a:p>
        </p:txBody>
      </p:sp>
      <p:pic>
        <p:nvPicPr>
          <p:cNvPr id="22" name="Picture 21" descr="z_hom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00784"/>
            <a:ext cx="2331720" cy="1457325"/>
          </a:xfrm>
          <a:prstGeom prst="rect">
            <a:avLst/>
          </a:prstGeom>
          <a:ln w="9525">
            <a:solidFill>
              <a:srgbClr val="CFD8D5"/>
            </a:solidFill>
          </a:ln>
        </p:spPr>
      </p:pic>
      <p:pic>
        <p:nvPicPr>
          <p:cNvPr id="23" name="Picture 22" descr="a_hom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3240" y="1700784"/>
            <a:ext cx="2331720" cy="1457325"/>
          </a:xfrm>
          <a:prstGeom prst="rect">
            <a:avLst/>
          </a:prstGeom>
          <a:ln w="9525">
            <a:solidFill>
              <a:srgbClr val="CFD8D5"/>
            </a:solidFill>
          </a:ln>
        </p:spPr>
      </p:pic>
      <p:sp>
        <p:nvSpPr>
          <p:cNvPr id="24" name="Rounded Rectangle 23"/>
          <p:cNvSpPr/>
          <p:nvPr/>
        </p:nvSpPr>
        <p:spPr>
          <a:xfrm>
            <a:off x="548640" y="3255264"/>
            <a:ext cx="1463040" cy="237744"/>
          </a:xfrm>
          <a:prstGeom prst="roundRect">
            <a:avLst>
              <a:gd name="adj" fmla="val 50000"/>
            </a:avLst>
          </a:prstGeom>
          <a:solidFill>
            <a:srgbClr val="E6F3EE"/>
          </a:solidFill>
          <a:ln w="12700">
            <a:solidFill>
              <a:srgbClr val="0096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rIns="128016" bIns="18288" rtlCol="0" anchor="ctr"/>
          <a:lstStyle/>
          <a:p>
            <a:pPr algn="ctr"/>
            <a:r>
              <a:rPr sz="850" b="1">
                <a:solidFill>
                  <a:srgbClr val="006B4F"/>
                </a:solidFill>
              </a:rPr>
              <a:t>Insel-Standard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63240" y="3255264"/>
            <a:ext cx="2331720" cy="237744"/>
          </a:xfrm>
          <a:prstGeom prst="roundRect">
            <a:avLst>
              <a:gd name="adj" fmla="val 50000"/>
            </a:avLst>
          </a:prstGeom>
          <a:solidFill>
            <a:srgbClr val="FCF1ED"/>
          </a:solidFill>
          <a:ln w="12700">
            <a:solidFill>
              <a:srgbClr val="EE8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rIns="128016" bIns="18288" rtlCol="0" anchor="ctr"/>
          <a:lstStyle/>
          <a:p>
            <a:pPr algn="ctr"/>
            <a:r>
              <a:rPr sz="850" b="1" dirty="0">
                <a:solidFill>
                  <a:srgbClr val="9B6051"/>
                </a:solidFill>
              </a:rPr>
              <a:t>Extern </a:t>
            </a:r>
            <a:r>
              <a:rPr sz="850" b="1" dirty="0" err="1">
                <a:solidFill>
                  <a:srgbClr val="9B6051"/>
                </a:solidFill>
              </a:rPr>
              <a:t>gehostet</a:t>
            </a:r>
            <a:r>
              <a:rPr sz="850" b="1" dirty="0">
                <a:solidFill>
                  <a:srgbClr val="9B6051"/>
                </a:solidFill>
              </a:rPr>
              <a:t> · </a:t>
            </a:r>
            <a:r>
              <a:rPr sz="850" b="1" dirty="0" err="1">
                <a:solidFill>
                  <a:srgbClr val="9B6051"/>
                </a:solidFill>
              </a:rPr>
              <a:t>nicht</a:t>
            </a:r>
            <a:r>
              <a:rPr sz="850" b="1" dirty="0">
                <a:solidFill>
                  <a:srgbClr val="9B6051"/>
                </a:solidFill>
              </a:rPr>
              <a:t> Insel-Standard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15000" y="1481328"/>
            <a:ext cx="28803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1" i="0">
                <a:solidFill>
                  <a:srgbClr val="009670"/>
                </a:solidFill>
              </a:rPr>
              <a:t>DOPPELTE INHALTE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15000" y="1673352"/>
            <a:ext cx="288036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171C1B"/>
                </a:solidFill>
              </a:rPr>
              <a:t>Zwei Websites, zweimal Pflegeaufwand.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15000" y="2139696"/>
            <a:ext cx="28803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1" i="0">
                <a:solidFill>
                  <a:srgbClr val="009670"/>
                </a:solidFill>
              </a:rPr>
              <a:t>UNKLARE ZUSTÄNDIGKEIT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15000" y="2331720"/>
            <a:ext cx="288036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171C1B"/>
                </a:solidFill>
              </a:rPr>
              <a:t>Zuweisende und Patient:innen wissen nicht, wo sie sich melden sollen.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15000" y="2798064"/>
            <a:ext cx="28803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1" i="0">
                <a:solidFill>
                  <a:srgbClr val="009670"/>
                </a:solidFill>
              </a:rPr>
              <a:t>UNEINHEITLICHER AUFTRITT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15000" y="2990088"/>
            <a:ext cx="288036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171C1B"/>
                </a:solidFill>
              </a:rPr>
              <a:t>Zwei Designs, zwei Hosting-Lösungen.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15000" y="3456432"/>
            <a:ext cx="28803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1" i="0">
                <a:solidFill>
                  <a:srgbClr val="009670"/>
                </a:solidFill>
              </a:rPr>
              <a:t>GERINGERE SICHTBARKEIT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15000" y="3648456"/>
            <a:ext cx="288036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171C1B"/>
                </a:solidFill>
              </a:rPr>
              <a:t>Beide Seiten konkurrieren um dieselben Suchbegriffe.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224528"/>
            <a:ext cx="8046720" cy="384048"/>
          </a:xfrm>
          <a:prstGeom prst="rect">
            <a:avLst/>
          </a:prstGeom>
          <a:solidFill>
            <a:srgbClr val="F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48640" y="4224528"/>
            <a:ext cx="36576" cy="384048"/>
          </a:xfrm>
          <a:prstGeom prst="rect">
            <a:avLst/>
          </a:prstGeom>
          <a:solidFill>
            <a:srgbClr val="EE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85800" y="4224528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71C1B"/>
                </a:solidFill>
              </a:rPr>
              <a:t>Für Zuweisende und Patient:innen ist heute nicht erkennbar, dass es ein gemeinsames Angebot ist.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10</a:t>
            </a:fld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Zusammenarbeit Adipositasbereich UDEM &amp; UVCM</a:t>
            </a:r>
          </a:p>
        </p:txBody>
      </p:sp>
      <p:sp>
        <p:nvSpPr>
          <p:cNvPr id="16" name="Datumsplatzhalter 3">
            <a:extLst>
              <a:ext uri="{FF2B5EF4-FFF2-40B4-BE49-F238E27FC236}">
                <a16:creationId xmlns:a16="http://schemas.microsoft.com/office/drawing/2014/main" id="{2EC89CAB-DC3A-3450-EDA0-401A7D12A58D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7477128" y="4888800"/>
            <a:ext cx="824487" cy="103465"/>
          </a:xfrm>
        </p:spPr>
        <p:txBody>
          <a:bodyPr/>
          <a:lstStyle/>
          <a:p>
            <a:r>
              <a:rPr lang="de-DE"/>
              <a:t>27.10.2026</a:t>
            </a:r>
            <a:endParaRPr lang="de-DE" dirty="0"/>
          </a:p>
        </p:txBody>
      </p:sp>
      <p:sp>
        <p:nvSpPr>
          <p:cNvPr id="17" name="TextBox 16"/>
          <p:cNvSpPr txBox="1"/>
          <p:nvPr/>
        </p:nvSpPr>
        <p:spPr>
          <a:xfrm>
            <a:off x="5212080" y="347472"/>
            <a:ext cx="336499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60" b="0" i="0">
                <a:solidFill>
                  <a:srgbClr val="677078"/>
                </a:solidFill>
              </a:rPr>
              <a:t>Umsetzung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822960"/>
            <a:ext cx="8046720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50" b="1" i="0" dirty="0" err="1">
                <a:solidFill>
                  <a:srgbClr val="171C1B"/>
                </a:solidFill>
              </a:rPr>
              <a:t>Nächste</a:t>
            </a:r>
            <a:r>
              <a:rPr sz="2150" b="1" i="0" dirty="0">
                <a:solidFill>
                  <a:srgbClr val="171C1B"/>
                </a:solidFill>
              </a:rPr>
              <a:t> </a:t>
            </a:r>
            <a:r>
              <a:rPr sz="2150" b="1" i="0" dirty="0" err="1">
                <a:solidFill>
                  <a:srgbClr val="171C1B"/>
                </a:solidFill>
              </a:rPr>
              <a:t>Schritte</a:t>
            </a:r>
            <a:r>
              <a:rPr sz="2150" b="1" i="0" dirty="0">
                <a:solidFill>
                  <a:srgbClr val="171C1B"/>
                </a:solidFill>
              </a:rPr>
              <a:t> und </a:t>
            </a:r>
            <a:r>
              <a:rPr sz="2150" b="1" i="0" dirty="0" err="1">
                <a:solidFill>
                  <a:srgbClr val="171C1B"/>
                </a:solidFill>
              </a:rPr>
              <a:t>Zeitplan</a:t>
            </a:r>
            <a:endParaRPr sz="2150" b="1" i="0" dirty="0">
              <a:solidFill>
                <a:srgbClr val="171C1B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48640" y="1216152"/>
            <a:ext cx="804672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70" b="0" i="0">
                <a:solidFill>
                  <a:srgbClr val="677078"/>
                </a:solidFill>
              </a:rPr>
              <a:t>Entwurf zur gemeinsamen Festlegung</a:t>
            </a:r>
          </a:p>
        </p:txBody>
      </p:sp>
      <p:sp>
        <p:nvSpPr>
          <p:cNvPr id="20" name="Entwurf"/>
          <p:cNvSpPr/>
          <p:nvPr/>
        </p:nvSpPr>
        <p:spPr>
          <a:xfrm>
            <a:off x="7662672" y="91440"/>
            <a:ext cx="932688" cy="2286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EE8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900" b="1">
                <a:solidFill>
                  <a:srgbClr val="EE8F7A"/>
                </a:solidFill>
              </a:rPr>
              <a:t>ENTWURF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1645920"/>
            <a:ext cx="1481328" cy="2103120"/>
          </a:xfrm>
          <a:prstGeom prst="rect">
            <a:avLst/>
          </a:prstGeom>
          <a:solidFill>
            <a:srgbClr val="F0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5800" y="1773936"/>
            <a:ext cx="365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09670"/>
                </a:solidFill>
              </a:rPr>
              <a:t>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" y="2176272"/>
            <a:ext cx="12070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171C1B"/>
                </a:solidFill>
              </a:rPr>
              <a:t>Zielstruktur definieren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" y="2724912"/>
            <a:ext cx="120700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71C1B"/>
                </a:solidFill>
              </a:rPr>
              <a:t>Stossrichtung UDEM / UVCM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85800" y="3346704"/>
            <a:ext cx="120700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96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8288" bIns="18288"/>
          <a:lstStyle/>
          <a:p>
            <a:pPr algn="ctr"/>
            <a:r>
              <a:rPr sz="750" b="1">
                <a:solidFill>
                  <a:srgbClr val="006B4F"/>
                </a:solidFill>
              </a:rPr>
              <a:t>heute, 27.10.2026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29968" y="2532888"/>
            <a:ext cx="182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0">
                <a:solidFill>
                  <a:srgbClr val="677078"/>
                </a:solidFill>
              </a:rPr>
              <a:t>→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212848" y="1645920"/>
            <a:ext cx="1481328" cy="2103120"/>
          </a:xfrm>
          <a:prstGeom prst="rect">
            <a:avLst/>
          </a:prstGeom>
          <a:solidFill>
            <a:srgbClr val="F0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350008" y="1773936"/>
            <a:ext cx="365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09670"/>
                </a:solidFill>
              </a:rPr>
              <a:t>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350008" y="2176272"/>
            <a:ext cx="12070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171C1B"/>
                </a:solidFill>
              </a:rPr>
              <a:t>Projektstart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50008" y="2724912"/>
            <a:ext cx="120700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71C1B"/>
                </a:solidFill>
              </a:rPr>
              <a:t>Projektteam zu definieren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350008" y="3346704"/>
            <a:ext cx="120700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96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8288" bIns="18288"/>
          <a:lstStyle/>
          <a:p>
            <a:pPr algn="ctr"/>
            <a:r>
              <a:rPr sz="750" b="1">
                <a:solidFill>
                  <a:srgbClr val="006B4F"/>
                </a:solidFill>
              </a:rPr>
              <a:t>Q4 2026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94176" y="2532888"/>
            <a:ext cx="182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0">
                <a:solidFill>
                  <a:srgbClr val="677078"/>
                </a:solidFill>
              </a:rPr>
              <a:t>→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877056" y="1645920"/>
            <a:ext cx="3054096" cy="2103120"/>
          </a:xfrm>
          <a:prstGeom prst="rect">
            <a:avLst/>
          </a:prstGeom>
          <a:solidFill>
            <a:srgbClr val="F0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014216" y="1773936"/>
            <a:ext cx="365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09670"/>
                </a:solidFill>
              </a:rPr>
              <a:t>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379976" y="1828800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171C1B"/>
                </a:solidFill>
              </a:rPr>
              <a:t>Parallel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833872" y="1828800"/>
            <a:ext cx="9601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96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8288" bIns="18288"/>
          <a:lstStyle/>
          <a:p>
            <a:pPr algn="ctr"/>
            <a:r>
              <a:rPr sz="750" b="1">
                <a:solidFill>
                  <a:srgbClr val="006B4F"/>
                </a:solidFill>
              </a:rPr>
              <a:t>ab Q4 2026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014216" y="2212848"/>
            <a:ext cx="2779776" cy="246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014216" y="2212848"/>
            <a:ext cx="36576" cy="246888"/>
          </a:xfrm>
          <a:prstGeom prst="rect">
            <a:avLst/>
          </a:prstGeom>
          <a:solidFill>
            <a:srgbClr val="009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133088" y="2212848"/>
            <a:ext cx="2596896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171C1B"/>
                </a:solidFill>
              </a:rPr>
              <a:t>Zuweisungen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014216" y="2514600"/>
            <a:ext cx="2779776" cy="246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014216" y="2514600"/>
            <a:ext cx="36576" cy="246888"/>
          </a:xfrm>
          <a:prstGeom prst="rect">
            <a:avLst/>
          </a:prstGeom>
          <a:solidFill>
            <a:srgbClr val="009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133088" y="2514600"/>
            <a:ext cx="2596896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171C1B"/>
                </a:solidFill>
              </a:rPr>
              <a:t>Triage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014216" y="2816352"/>
            <a:ext cx="2779776" cy="246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014216" y="2816352"/>
            <a:ext cx="36576" cy="246888"/>
          </a:xfrm>
          <a:prstGeom prst="rect">
            <a:avLst/>
          </a:prstGeom>
          <a:solidFill>
            <a:srgbClr val="009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133088" y="2816352"/>
            <a:ext cx="2596896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171C1B"/>
                </a:solidFill>
              </a:rPr>
              <a:t>Prozesse und Subprozesse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014216" y="3118104"/>
            <a:ext cx="2779776" cy="246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014216" y="3118104"/>
            <a:ext cx="36576" cy="246888"/>
          </a:xfrm>
          <a:prstGeom prst="rect">
            <a:avLst/>
          </a:prstGeom>
          <a:solidFill>
            <a:srgbClr val="009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133088" y="3118104"/>
            <a:ext cx="2596896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171C1B"/>
                </a:solidFill>
              </a:rPr>
              <a:t>Website anpassen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014216" y="3419856"/>
            <a:ext cx="2779776" cy="246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4014216" y="3419856"/>
            <a:ext cx="36576" cy="246888"/>
          </a:xfrm>
          <a:prstGeom prst="rect">
            <a:avLst/>
          </a:prstGeom>
          <a:solidFill>
            <a:srgbClr val="009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133088" y="3419856"/>
            <a:ext cx="2596896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171C1B"/>
                </a:solidFill>
              </a:rPr>
              <a:t>Adipositasboard optimieren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931152" y="2532888"/>
            <a:ext cx="182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0">
                <a:solidFill>
                  <a:srgbClr val="677078"/>
                </a:solidFill>
              </a:rPr>
              <a:t>→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114032" y="1645920"/>
            <a:ext cx="1481328" cy="2103120"/>
          </a:xfrm>
          <a:prstGeom prst="rect">
            <a:avLst/>
          </a:prstGeom>
          <a:solidFill>
            <a:srgbClr val="F0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251192" y="1773936"/>
            <a:ext cx="365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09670"/>
                </a:solidFill>
              </a:rPr>
              <a:t>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251192" y="2176272"/>
            <a:ext cx="12070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171C1B"/>
                </a:solidFill>
              </a:rPr>
              <a:t>Einführen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251192" y="2724912"/>
            <a:ext cx="120700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71C1B"/>
                </a:solidFill>
              </a:rPr>
              <a:t>Go-live und Information der Zuweisenden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7251192" y="3346704"/>
            <a:ext cx="120700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96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8288" bIns="18288"/>
          <a:lstStyle/>
          <a:p>
            <a:pPr algn="ctr"/>
            <a:r>
              <a:rPr sz="750" b="1">
                <a:solidFill>
                  <a:srgbClr val="006B4F"/>
                </a:solidFill>
              </a:rPr>
              <a:t>Ende Q1 2027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8ED95D39-7202-4A89-8FC1-3B34C5D89E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Inselspital, Universitätsklinik für Diabetologie, Endokrinologie, Ernährungsmedizin und Metabolismus, Freiburgstrasse 15, 3010 Bern</a:t>
            </a:r>
            <a:endParaRPr lang="en-GB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D012F4C9-0979-4D97-9A9C-3D67758FB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Zur Diskussion</a:t>
            </a:r>
            <a:br>
              <a:rPr lang="de-CH" dirty="0"/>
            </a:br>
            <a:br>
              <a:rPr lang="de-CH" sz="2800" b="0" dirty="0">
                <a:solidFill>
                  <a:srgbClr val="171C1B"/>
                </a:solidFill>
                <a:latin typeface="Arial"/>
              </a:rPr>
            </a:br>
            <a:endParaRPr lang="de-CH" dirty="0"/>
          </a:p>
        </p:txBody>
      </p:sp>
      <p:sp>
        <p:nvSpPr>
          <p:cNvPr id="4" name="Entwurf"/>
          <p:cNvSpPr/>
          <p:nvPr/>
        </p:nvSpPr>
        <p:spPr>
          <a:xfrm>
            <a:off x="7360920" y="320040"/>
            <a:ext cx="1234440" cy="310896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EE8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200" b="1">
                <a:solidFill>
                  <a:srgbClr val="EE8F7A"/>
                </a:solidFill>
              </a:rPr>
              <a:t>ENTWURF</a:t>
            </a:r>
          </a:p>
        </p:txBody>
      </p:sp>
    </p:spTree>
    <p:extLst>
      <p:ext uri="{BB962C8B-B14F-4D97-AF65-F5344CB8AC3E}">
        <p14:creationId xmlns:p14="http://schemas.microsoft.com/office/powerpoint/2010/main" val="2041057318"/>
      </p:ext>
    </p:extLst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liennummernplatzhalt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9</a:t>
            </a:fld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Zusammenarbeit Adipositasbereich UDEM &amp; UVCM</a:t>
            </a:r>
          </a:p>
        </p:txBody>
      </p:sp>
      <p:sp>
        <p:nvSpPr>
          <p:cNvPr id="16" name="Datumsplatzhalter 3">
            <a:extLst>
              <a:ext uri="{FF2B5EF4-FFF2-40B4-BE49-F238E27FC236}">
                <a16:creationId xmlns:a16="http://schemas.microsoft.com/office/drawing/2014/main" id="{2EC89CAB-DC3A-3450-EDA0-401A7D12A58D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7477128" y="4888800"/>
            <a:ext cx="824487" cy="103465"/>
          </a:xfrm>
        </p:spPr>
        <p:txBody>
          <a:bodyPr/>
          <a:lstStyle/>
          <a:p>
            <a:r>
              <a:rPr lang="de-DE"/>
              <a:t>27.10.2026</a:t>
            </a:r>
            <a:endParaRPr lang="de-DE" dirty="0"/>
          </a:p>
        </p:txBody>
      </p:sp>
      <p:sp>
        <p:nvSpPr>
          <p:cNvPr id="17" name="TextBox 16"/>
          <p:cNvSpPr txBox="1"/>
          <p:nvPr/>
        </p:nvSpPr>
        <p:spPr>
          <a:xfrm>
            <a:off x="5212080" y="347472"/>
            <a:ext cx="33649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60" b="0" i="0">
                <a:solidFill>
                  <a:srgbClr val="677078"/>
                </a:solidFill>
              </a:rPr>
              <a:t>Zielbild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822960"/>
            <a:ext cx="80467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50" b="1" i="0">
                <a:solidFill>
                  <a:srgbClr val="171C1B"/>
                </a:solidFill>
              </a:rPr>
              <a:t>Eine gemeinsame Plattform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1216152"/>
            <a:ext cx="80467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70" b="0" i="0">
                <a:solidFill>
                  <a:srgbClr val="677078"/>
                </a:solidFill>
              </a:rPr>
              <a:t>Webauftritt, Briefkopf, Patientenpfad und Adipositasboard – für UDEM und UVCM</a:t>
            </a:r>
          </a:p>
        </p:txBody>
      </p:sp>
      <p:sp>
        <p:nvSpPr>
          <p:cNvPr id="20" name="Entwurf"/>
          <p:cNvSpPr/>
          <p:nvPr/>
        </p:nvSpPr>
        <p:spPr>
          <a:xfrm>
            <a:off x="7662672" y="91440"/>
            <a:ext cx="932688" cy="2286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EE8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00" b="1">
                <a:solidFill>
                  <a:srgbClr val="EE8F7A"/>
                </a:solidFill>
              </a:rPr>
              <a:t>ENTWURF</a:t>
            </a:r>
          </a:p>
        </p:txBody>
      </p:sp>
      <p:pic>
        <p:nvPicPr>
          <p:cNvPr id="21" name="Picture 20" descr="mockB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27632"/>
            <a:ext cx="4892040" cy="2597229"/>
          </a:xfrm>
          <a:prstGeom prst="rect">
            <a:avLst/>
          </a:prstGeom>
          <a:ln w="9525">
            <a:solidFill>
              <a:srgbClr val="CFD8D5"/>
            </a:solidFill>
          </a:ln>
        </p:spPr>
      </p:pic>
      <p:sp>
        <p:nvSpPr>
          <p:cNvPr id="22" name="Rectangle 21"/>
          <p:cNvSpPr/>
          <p:nvPr/>
        </p:nvSpPr>
        <p:spPr>
          <a:xfrm>
            <a:off x="5623560" y="1627632"/>
            <a:ext cx="2971800" cy="768096"/>
          </a:xfrm>
          <a:prstGeom prst="rect">
            <a:avLst/>
          </a:prstGeom>
          <a:solidFill>
            <a:srgbClr val="F0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23560" y="1627632"/>
            <a:ext cx="36576" cy="768096"/>
          </a:xfrm>
          <a:prstGeom prst="rect">
            <a:avLst/>
          </a:prstGeom>
          <a:solidFill>
            <a:srgbClr val="009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720" y="1709928"/>
            <a:ext cx="2697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1" i="0">
                <a:solidFill>
                  <a:srgbClr val="009670"/>
                </a:solidFill>
              </a:rPr>
              <a:t>GEMEINSAMER WEBAUFTRITT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1901952"/>
            <a:ext cx="2697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71C1B"/>
                </a:solidFill>
              </a:rPr>
              <a:t>Website UDEM &amp; UVCM, Adresse offen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60720" y="2121408"/>
            <a:ext cx="196596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96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8288" bIns="18288"/>
          <a:lstStyle/>
          <a:p>
            <a:pPr algn="ctr"/>
            <a:r>
              <a:rPr sz="750" b="1">
                <a:solidFill>
                  <a:srgbClr val="006B4F"/>
                </a:solidFill>
              </a:rPr>
              <a:t>Hosting nach Insel-Standard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23560" y="2459736"/>
            <a:ext cx="2971800" cy="731520"/>
          </a:xfrm>
          <a:prstGeom prst="rect">
            <a:avLst/>
          </a:prstGeom>
          <a:solidFill>
            <a:srgbClr val="F0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623560" y="2459736"/>
            <a:ext cx="36576" cy="731520"/>
          </a:xfrm>
          <a:prstGeom prst="rect">
            <a:avLst/>
          </a:prstGeom>
          <a:solidFill>
            <a:srgbClr val="009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60720" y="2542032"/>
            <a:ext cx="2697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1" i="0">
                <a:solidFill>
                  <a:srgbClr val="009670"/>
                </a:solidFill>
              </a:rPr>
              <a:t>EINHEITLICHER BRIEFKOPF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60720" y="2734056"/>
            <a:ext cx="14173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FD8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300216" y="2766060"/>
            <a:ext cx="786384" cy="155448"/>
          </a:xfrm>
          <a:prstGeom prst="roundRect">
            <a:avLst>
              <a:gd name="adj" fmla="val 20000"/>
            </a:avLst>
          </a:prstGeom>
          <a:noFill/>
          <a:ln w="12700">
            <a:solidFill>
              <a:srgbClr val="EE8F7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3"/>
          <a:srcRect r="53214"/>
          <a:stretch>
            <a:fillRect/>
          </a:stretch>
        </p:blipFill>
        <p:spPr>
          <a:xfrm>
            <a:off x="5824728" y="2779776"/>
            <a:ext cx="357257" cy="15544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300216" y="2779776"/>
            <a:ext cx="78638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>
                <a:solidFill>
                  <a:srgbClr val="009670"/>
                </a:solidFill>
              </a:rPr>
              <a:t>UDEM &amp; UVCM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824728" y="2971800"/>
            <a:ext cx="1280160" cy="0"/>
          </a:xfrm>
          <a:prstGeom prst="line">
            <a:avLst/>
          </a:prstGeom>
          <a:ln w="9525">
            <a:solidFill>
              <a:srgbClr val="CFD8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824728" y="3035808"/>
            <a:ext cx="987552" cy="0"/>
          </a:xfrm>
          <a:prstGeom prst="line">
            <a:avLst/>
          </a:prstGeom>
          <a:ln w="9525">
            <a:solidFill>
              <a:srgbClr val="CFD8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287768" y="2734056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677078"/>
                </a:solidFill>
              </a:rPr>
              <a:t>Gleicher Kopf für Berichte und Briefe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23560" y="3255264"/>
            <a:ext cx="2971800" cy="768096"/>
          </a:xfrm>
          <a:prstGeom prst="rect">
            <a:avLst/>
          </a:prstGeom>
          <a:solidFill>
            <a:srgbClr val="F0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623560" y="3255264"/>
            <a:ext cx="36576" cy="768096"/>
          </a:xfrm>
          <a:prstGeom prst="rect">
            <a:avLst/>
          </a:prstGeom>
          <a:solidFill>
            <a:srgbClr val="009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60720" y="3337560"/>
            <a:ext cx="2697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1" i="0">
                <a:solidFill>
                  <a:srgbClr val="009670"/>
                </a:solidFill>
              </a:rPr>
              <a:t>EINHEITLICHER PATIENTENPFAD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760720" y="3538728"/>
            <a:ext cx="585216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096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700" b="1">
                <a:solidFill>
                  <a:srgbClr val="171C1B"/>
                </a:solidFill>
              </a:rPr>
              <a:t>Zuweisung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355080" y="3639312"/>
            <a:ext cx="54864" cy="0"/>
          </a:xfrm>
          <a:prstGeom prst="line">
            <a:avLst/>
          </a:prstGeom>
          <a:ln w="12700">
            <a:solidFill>
              <a:srgbClr val="0096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6419088" y="3538728"/>
            <a:ext cx="402336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096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700" b="1">
                <a:solidFill>
                  <a:srgbClr val="171C1B"/>
                </a:solidFill>
              </a:rPr>
              <a:t>Triage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830568" y="3639312"/>
            <a:ext cx="54864" cy="0"/>
          </a:xfrm>
          <a:prstGeom prst="line">
            <a:avLst/>
          </a:prstGeom>
          <a:ln w="12700">
            <a:solidFill>
              <a:srgbClr val="0096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6894576" y="3538728"/>
            <a:ext cx="694944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096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700" b="1">
                <a:solidFill>
                  <a:srgbClr val="171C1B"/>
                </a:solidFill>
              </a:rPr>
              <a:t>Assessments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598664" y="3639312"/>
            <a:ext cx="54864" cy="0"/>
          </a:xfrm>
          <a:prstGeom prst="line">
            <a:avLst/>
          </a:prstGeom>
          <a:ln w="12700">
            <a:solidFill>
              <a:srgbClr val="0096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7662672" y="3538728"/>
            <a:ext cx="73152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096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700" b="1">
                <a:solidFill>
                  <a:srgbClr val="171C1B"/>
                </a:solidFill>
              </a:rPr>
              <a:t>Sprechstunde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760720" y="3803904"/>
            <a:ext cx="2697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77078"/>
                </a:solidFill>
              </a:rPr>
              <a:t>Sprechstunde an der UDEM oder an der UVCM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23560" y="4087368"/>
            <a:ext cx="2971800" cy="512064"/>
          </a:xfrm>
          <a:prstGeom prst="rect">
            <a:avLst/>
          </a:prstGeom>
          <a:solidFill>
            <a:srgbClr val="F0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623560" y="4087368"/>
            <a:ext cx="36576" cy="512064"/>
          </a:xfrm>
          <a:prstGeom prst="rect">
            <a:avLst/>
          </a:prstGeom>
          <a:solidFill>
            <a:srgbClr val="009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760720" y="4169663"/>
            <a:ext cx="2697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1" i="0">
                <a:solidFill>
                  <a:srgbClr val="009670"/>
                </a:solidFill>
              </a:rPr>
              <a:t>ADIPOSITASBOARD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760720" y="4361688"/>
            <a:ext cx="2697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71C1B"/>
                </a:solidFill>
              </a:rPr>
              <a:t>Interdisziplinäre Fallbesprechung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liennummernplatzhalt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9</a:t>
            </a:fld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Zusammenarbeit Adipositasbereich UDEM &amp; UVCM</a:t>
            </a:r>
          </a:p>
        </p:txBody>
      </p:sp>
      <p:sp>
        <p:nvSpPr>
          <p:cNvPr id="16" name="Datumsplatzhalter 3">
            <a:extLst>
              <a:ext uri="{FF2B5EF4-FFF2-40B4-BE49-F238E27FC236}">
                <a16:creationId xmlns:a16="http://schemas.microsoft.com/office/drawing/2014/main" id="{2EC89CAB-DC3A-3450-EDA0-401A7D12A58D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7477128" y="4888800"/>
            <a:ext cx="824487" cy="103465"/>
          </a:xfrm>
        </p:spPr>
        <p:txBody>
          <a:bodyPr/>
          <a:lstStyle/>
          <a:p>
            <a:r>
              <a:rPr lang="de-DE"/>
              <a:t>27.10.2026</a:t>
            </a:r>
            <a:endParaRPr lang="de-DE" dirty="0"/>
          </a:p>
        </p:txBody>
      </p:sp>
      <p:sp>
        <p:nvSpPr>
          <p:cNvPr id="17" name="TextBox 16"/>
          <p:cNvSpPr txBox="1"/>
          <p:nvPr/>
        </p:nvSpPr>
        <p:spPr>
          <a:xfrm>
            <a:off x="5212080" y="347472"/>
            <a:ext cx="33649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60" b="0" i="0">
                <a:solidFill>
                  <a:srgbClr val="677078"/>
                </a:solidFill>
              </a:rPr>
              <a:t>Inhalt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822960"/>
            <a:ext cx="80467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50" b="1" i="0">
                <a:solidFill>
                  <a:srgbClr val="171C1B"/>
                </a:solidFill>
              </a:rPr>
              <a:t>Inhalt</a:t>
            </a:r>
          </a:p>
        </p:txBody>
      </p:sp>
      <p:sp>
        <p:nvSpPr>
          <p:cNvPr id="19" name="Entwurf"/>
          <p:cNvSpPr/>
          <p:nvPr/>
        </p:nvSpPr>
        <p:spPr>
          <a:xfrm>
            <a:off x="7662672" y="91440"/>
            <a:ext cx="932688" cy="2286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EE8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00" b="1">
                <a:solidFill>
                  <a:srgbClr val="EE8F7A"/>
                </a:solidFill>
              </a:rPr>
              <a:t>ENTWURF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453896"/>
            <a:ext cx="4572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009670"/>
                </a:solidFill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149961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171C1B"/>
                </a:solidFill>
              </a:rPr>
              <a:t>Sprechstunden und Qualitätssicherung an der UDEM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48640" y="1847088"/>
            <a:ext cx="8046720" cy="0"/>
          </a:xfrm>
          <a:prstGeom prst="line">
            <a:avLst/>
          </a:prstGeom>
          <a:ln w="9525">
            <a:solidFill>
              <a:srgbClr val="CFD8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8640" y="1911095"/>
            <a:ext cx="4572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009670"/>
                </a:solidFill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1956815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171C1B"/>
                </a:solidFill>
              </a:rPr>
              <a:t>Zuweisung: heute und Vorschlag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8640" y="2304287"/>
            <a:ext cx="8046720" cy="0"/>
          </a:xfrm>
          <a:prstGeom prst="line">
            <a:avLst/>
          </a:prstGeom>
          <a:ln w="9525">
            <a:solidFill>
              <a:srgbClr val="CFD8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48640" y="2368296"/>
            <a:ext cx="4572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009670"/>
                </a:solidFill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2414015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171C1B"/>
                </a:solidFill>
              </a:rPr>
              <a:t>Vorschlag: gemeinsamer Auftritt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48640" y="2761487"/>
            <a:ext cx="8046720" cy="0"/>
          </a:xfrm>
          <a:prstGeom prst="line">
            <a:avLst/>
          </a:prstGeom>
          <a:ln w="9525">
            <a:solidFill>
              <a:srgbClr val="CFD8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48640" y="2825496"/>
            <a:ext cx="4572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009670"/>
                </a:solidFill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2871215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171C1B"/>
                </a:solidFill>
              </a:rPr>
              <a:t>Vorschlag: gemeinsame Plattform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48640" y="3218687"/>
            <a:ext cx="8046720" cy="0"/>
          </a:xfrm>
          <a:prstGeom prst="line">
            <a:avLst/>
          </a:prstGeom>
          <a:ln w="9525">
            <a:solidFill>
              <a:srgbClr val="CFD8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48640" y="3282696"/>
            <a:ext cx="4572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009670"/>
                </a:solidFill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3328415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171C1B"/>
                </a:solidFill>
              </a:rPr>
              <a:t>Adipositasboard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48640" y="3675887"/>
            <a:ext cx="8046720" cy="0"/>
          </a:xfrm>
          <a:prstGeom prst="line">
            <a:avLst/>
          </a:prstGeom>
          <a:ln w="9525">
            <a:solidFill>
              <a:srgbClr val="CFD8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48640" y="3739896"/>
            <a:ext cx="4572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009670"/>
                </a:solidFill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3785615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171C1B"/>
                </a:solidFill>
              </a:rPr>
              <a:t>Mögliche nächste Schritte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48640" y="4133087"/>
            <a:ext cx="8046720" cy="0"/>
          </a:xfrm>
          <a:prstGeom prst="line">
            <a:avLst/>
          </a:prstGeom>
          <a:ln w="9525">
            <a:solidFill>
              <a:srgbClr val="CFD8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48640" y="4197096"/>
            <a:ext cx="4572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009670"/>
                </a:solidFill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" y="424281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171C1B"/>
                </a:solidFill>
              </a:rPr>
              <a:t>Diskussion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ster Titel Insel Spital">
  <a:themeElements>
    <a:clrScheme name="Inselspital Spital">
      <a:dk1>
        <a:srgbClr val="000000"/>
      </a:dk1>
      <a:lt1>
        <a:srgbClr val="FFFFFF"/>
      </a:lt1>
      <a:dk2>
        <a:srgbClr val="677078"/>
      </a:dk2>
      <a:lt2>
        <a:srgbClr val="009670"/>
      </a:lt2>
      <a:accent1>
        <a:srgbClr val="009670"/>
      </a:accent1>
      <a:accent2>
        <a:srgbClr val="EE8F7A"/>
      </a:accent2>
      <a:accent3>
        <a:srgbClr val="D1E2BC"/>
      </a:accent3>
      <a:accent4>
        <a:srgbClr val="F8CF3B"/>
      </a:accent4>
      <a:accent5>
        <a:srgbClr val="E5CBD6"/>
      </a:accent5>
      <a:accent6>
        <a:srgbClr val="6CA5DA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Design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achfrage &amp; Angebot UDEM Sprechstunden_Juni 2025" id="{56C96CB6-9615-47C0-93A3-22E366F333D2}" vid="{4C0F31AB-11C0-4408-956C-E9B98EDB0FAB}"/>
    </a:ext>
  </a:extLst>
</a:theme>
</file>

<file path=ppt/theme/theme2.xml><?xml version="1.0" encoding="utf-8"?>
<a:theme xmlns:a="http://schemas.openxmlformats.org/drawingml/2006/main" name="1_Master Titel Insel Spital mit UCI">
  <a:themeElements>
    <a:clrScheme name="Inselspital Spital">
      <a:dk1>
        <a:srgbClr val="000000"/>
      </a:dk1>
      <a:lt1>
        <a:srgbClr val="FFFFFF"/>
      </a:lt1>
      <a:dk2>
        <a:srgbClr val="677078"/>
      </a:dk2>
      <a:lt2>
        <a:srgbClr val="009670"/>
      </a:lt2>
      <a:accent1>
        <a:srgbClr val="009670"/>
      </a:accent1>
      <a:accent2>
        <a:srgbClr val="EE8F7A"/>
      </a:accent2>
      <a:accent3>
        <a:srgbClr val="D1E2BC"/>
      </a:accent3>
      <a:accent4>
        <a:srgbClr val="F8CF3B"/>
      </a:accent4>
      <a:accent5>
        <a:srgbClr val="E5CBD6"/>
      </a:accent5>
      <a:accent6>
        <a:srgbClr val="6CA5DA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Design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achfrage &amp; Angebot UDEM Sprechstunden_Juni 2025" id="{56C96CB6-9615-47C0-93A3-22E366F333D2}" vid="{BF4D9168-52B6-4F7D-9816-FC1A762958C4}"/>
    </a:ext>
  </a:extLst>
</a:theme>
</file>

<file path=ppt/theme/theme3.xml><?xml version="1.0" encoding="utf-8"?>
<a:theme xmlns:a="http://schemas.openxmlformats.org/drawingml/2006/main" name="Master Inhalt Insel Spital 18pt">
  <a:themeElements>
    <a:clrScheme name="Inselspital Spital">
      <a:dk1>
        <a:srgbClr val="000000"/>
      </a:dk1>
      <a:lt1>
        <a:srgbClr val="FFFFFF"/>
      </a:lt1>
      <a:dk2>
        <a:srgbClr val="677078"/>
      </a:dk2>
      <a:lt2>
        <a:srgbClr val="009670"/>
      </a:lt2>
      <a:accent1>
        <a:srgbClr val="009670"/>
      </a:accent1>
      <a:accent2>
        <a:srgbClr val="EE8F7A"/>
      </a:accent2>
      <a:accent3>
        <a:srgbClr val="D1E2BC"/>
      </a:accent3>
      <a:accent4>
        <a:srgbClr val="F8CF3B"/>
      </a:accent4>
      <a:accent5>
        <a:srgbClr val="E5CBD6"/>
      </a:accent5>
      <a:accent6>
        <a:srgbClr val="6CA5DA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Design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achfrage &amp; Angebot UDEM Sprechstunden_Juni 2025" id="{56C96CB6-9615-47C0-93A3-22E366F333D2}" vid="{904E66F1-9887-40AC-A850-B8238F8127FE}"/>
    </a:ext>
  </a:extLst>
</a:theme>
</file>

<file path=ppt/theme/theme4.xml><?xml version="1.0" encoding="utf-8"?>
<a:theme xmlns:a="http://schemas.openxmlformats.org/drawingml/2006/main" name="Master Inhalt Insel Spital 14pt">
  <a:themeElements>
    <a:clrScheme name="Inselspital Spital">
      <a:dk1>
        <a:srgbClr val="000000"/>
      </a:dk1>
      <a:lt1>
        <a:srgbClr val="FFFFFF"/>
      </a:lt1>
      <a:dk2>
        <a:srgbClr val="677078"/>
      </a:dk2>
      <a:lt2>
        <a:srgbClr val="009670"/>
      </a:lt2>
      <a:accent1>
        <a:srgbClr val="009670"/>
      </a:accent1>
      <a:accent2>
        <a:srgbClr val="EE8F7A"/>
      </a:accent2>
      <a:accent3>
        <a:srgbClr val="D1E2BC"/>
      </a:accent3>
      <a:accent4>
        <a:srgbClr val="F8CF3B"/>
      </a:accent4>
      <a:accent5>
        <a:srgbClr val="E5CBD6"/>
      </a:accent5>
      <a:accent6>
        <a:srgbClr val="6CA5DA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Design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achfrage &amp; Angebot UDEM Sprechstunden_Juni 2025" id="{56C96CB6-9615-47C0-93A3-22E366F333D2}" vid="{FC3BB2A8-8B94-4B57-8A93-ACBBD1F9B90F}"/>
    </a:ext>
  </a:extLst>
</a:theme>
</file>

<file path=ppt/theme/theme5.xml><?xml version="1.0" encoding="utf-8"?>
<a:theme xmlns:a="http://schemas.openxmlformats.org/drawingml/2006/main" name="Master Inhalt Insel Spital 12pt">
  <a:themeElements>
    <a:clrScheme name="Inselspital Spital">
      <a:dk1>
        <a:srgbClr val="000000"/>
      </a:dk1>
      <a:lt1>
        <a:srgbClr val="FFFFFF"/>
      </a:lt1>
      <a:dk2>
        <a:srgbClr val="677078"/>
      </a:dk2>
      <a:lt2>
        <a:srgbClr val="009670"/>
      </a:lt2>
      <a:accent1>
        <a:srgbClr val="009670"/>
      </a:accent1>
      <a:accent2>
        <a:srgbClr val="EE8F7A"/>
      </a:accent2>
      <a:accent3>
        <a:srgbClr val="D1E2BC"/>
      </a:accent3>
      <a:accent4>
        <a:srgbClr val="F8CF3B"/>
      </a:accent4>
      <a:accent5>
        <a:srgbClr val="E5CBD6"/>
      </a:accent5>
      <a:accent6>
        <a:srgbClr val="6CA5DA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Design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achfrage &amp; Angebot UDEM Sprechstunden_Juni 2025" id="{56C96CB6-9615-47C0-93A3-22E366F333D2}" vid="{A9936B5D-6CF3-4AE6-91B6-8C4AD06F476B}"/>
    </a:ext>
  </a:extLst>
</a:theme>
</file>

<file path=ppt/theme/theme6.xml><?xml version="1.0" encoding="utf-8"?>
<a:theme xmlns:a="http://schemas.openxmlformats.org/drawingml/2006/main" name="Master Inhalt Insel Spital 10pt">
  <a:themeElements>
    <a:clrScheme name="Inselspital Spital">
      <a:dk1>
        <a:srgbClr val="000000"/>
      </a:dk1>
      <a:lt1>
        <a:srgbClr val="FFFFFF"/>
      </a:lt1>
      <a:dk2>
        <a:srgbClr val="677078"/>
      </a:dk2>
      <a:lt2>
        <a:srgbClr val="009670"/>
      </a:lt2>
      <a:accent1>
        <a:srgbClr val="009670"/>
      </a:accent1>
      <a:accent2>
        <a:srgbClr val="EE8F7A"/>
      </a:accent2>
      <a:accent3>
        <a:srgbClr val="D1E2BC"/>
      </a:accent3>
      <a:accent4>
        <a:srgbClr val="F8CF3B"/>
      </a:accent4>
      <a:accent5>
        <a:srgbClr val="E5CBD6"/>
      </a:accent5>
      <a:accent6>
        <a:srgbClr val="6CA5DA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Design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achfrage &amp; Angebot UDEM Sprechstunden_Juni 2025" id="{56C96CB6-9615-47C0-93A3-22E366F333D2}" vid="{005E663E-20D0-4D92-A153-AF68010EB01F}"/>
    </a:ext>
  </a:extLst>
</a:theme>
</file>

<file path=ppt/theme/theme7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AC61BAC2D613B146B62EA0C89E8ABE0B" ma:contentTypeVersion="1" ma:contentTypeDescription="Ein neues Dokument erstellen." ma:contentTypeScope="" ma:versionID="b96f590150f6c51695eb02ee05cd3cc8">
  <xsd:schema xmlns:xsd="http://www.w3.org/2001/XMLSchema" xmlns:xs="http://www.w3.org/2001/XMLSchema" xmlns:p="http://schemas.microsoft.com/office/2006/metadata/properties" xmlns:ns2="70db88b2-e820-42ba-aca9-d1475689a070" targetNamespace="http://schemas.microsoft.com/office/2006/metadata/properties" ma:root="true" ma:fieldsID="dafaf2c359ac23becbe82584ea0d56f4" ns2:_="">
    <xsd:import namespace="70db88b2-e820-42ba-aca9-d1475689a070"/>
    <xsd:element name="properties">
      <xsd:complexType>
        <xsd:sequence>
          <xsd:element name="documentManagement">
            <xsd:complexType>
              <xsd:all>
                <xsd:element ref="ns2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db88b2-e820-42ba-aca9-d1475689a070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12E4E3B-3738-4EE9-BE0A-FF791C330B0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0db88b2-e820-42ba-aca9-d1475689a07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8DF66D4-6F61-45C7-AC76-432042C7F152}">
  <ds:schemaRefs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purl.org/dc/terms/"/>
    <ds:schemaRef ds:uri="70db88b2-e820-42ba-aca9-d1475689a070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945AA231-31C2-416F-8FEB-CA616B861A3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Nachfrage &amp; Angebot UDEM Sprechstunden_Juni 2025</Template>
  <TotalTime>0</TotalTime>
  <Words>820</Words>
  <Application>Microsoft Office PowerPoint</Application>
  <PresentationFormat>Bildschirmpräsentation (16:9)</PresentationFormat>
  <Paragraphs>235</Paragraphs>
  <Slides>11</Slides>
  <Notes>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6</vt:i4>
      </vt:variant>
      <vt:variant>
        <vt:lpstr>Folientitel</vt:lpstr>
      </vt:variant>
      <vt:variant>
        <vt:i4>11</vt:i4>
      </vt:variant>
    </vt:vector>
  </HeadingPairs>
  <TitlesOfParts>
    <vt:vector size="19" baseType="lpstr">
      <vt:lpstr>Arial</vt:lpstr>
      <vt:lpstr>Calibri</vt:lpstr>
      <vt:lpstr>Master Titel Insel Spital</vt:lpstr>
      <vt:lpstr>1_Master Titel Insel Spital mit UCI</vt:lpstr>
      <vt:lpstr>Master Inhalt Insel Spital 18pt</vt:lpstr>
      <vt:lpstr>Master Inhalt Insel Spital 14pt</vt:lpstr>
      <vt:lpstr>Master Inhalt Insel Spital 12pt</vt:lpstr>
      <vt:lpstr>Master Inhalt Insel Spital 10pt</vt:lpstr>
      <vt:lpstr>Zusammenarbeit Adipositasbereich UDEM &amp; UVCM Gemeinsamer Auftritt und klare Zuweisungswege   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Zur Diskussion  </vt:lpstr>
    </vt:vector>
  </TitlesOfParts>
  <Company>Insel Gruppe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Nachfrage vs. Angebot UDEM Sprechstunden Nachfrage = verordnete aber noch nicht geplante Sprechstunden Angebot = freie noch nicht gebuchte Sprechstundenzeitfenster Stand der Zahlen: 29.06.2025</dc:title>
  <dc:creator>Magariños Lorenzo, David</dc:creator>
  <cp:lastModifiedBy>Burgener, Vincent</cp:lastModifiedBy>
  <cp:revision>98</cp:revision>
  <dcterms:created xsi:type="dcterms:W3CDTF">2025-07-28T07:27:53Z</dcterms:created>
  <dcterms:modified xsi:type="dcterms:W3CDTF">2026-10-20T14:46:01Z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0x010100AC61BAC2D613B146B62EA0C89E8ABE0B</vt:lpwstr>
  </property>
</Properties>
</file>