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4"/>
    <p:sldMasterId id="2147483801" r:id="rId5"/>
    <p:sldMasterId id="2147483749" r:id="rId6"/>
    <p:sldMasterId id="2147483754" r:id="rId7"/>
    <p:sldMasterId id="2147483766" r:id="rId8"/>
    <p:sldMasterId id="2147483763" r:id="rId9"/>
  </p:sldMasterIdLst>
  <p:notesMasterIdLst>
    <p:notesMasterId r:id="rId18"/>
  </p:notesMasterIdLst>
  <p:sldIdLst>
    <p:sldId id="397" r:id="rId10"/>
    <p:sldId id="481" r:id="rId23"/>
    <p:sldId id="482" r:id="rId24"/>
    <p:sldId id="476" r:id="rId11"/>
    <p:sldId id="479" r:id="rId12"/>
    <p:sldId id="483" r:id="rId25"/>
    <p:sldId id="475" r:id="rId14"/>
    <p:sldId id="478" r:id="rId15"/>
    <p:sldId id="480" r:id="rId16"/>
    <p:sldId id="421" r:id="rId17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6051"/>
    <a:srgbClr val="19C295"/>
    <a:srgbClr val="F8CF3B"/>
    <a:srgbClr val="D1E2BC"/>
    <a:srgbClr val="4A7094"/>
    <a:srgbClr val="E4DBCF"/>
    <a:srgbClr val="8C7482"/>
    <a:srgbClr val="F5EBEF"/>
    <a:srgbClr val="666F77"/>
    <a:srgbClr val="BFE0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1035" autoAdjust="0"/>
  </p:normalViewPr>
  <p:slideViewPr>
    <p:cSldViewPr snapToGrid="0" snapToObjects="1">
      <p:cViewPr varScale="1">
        <p:scale>
          <a:sx n="112" d="100"/>
          <a:sy n="112" d="100"/>
        </p:scale>
        <p:origin x="387" y="7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28" d="100"/>
          <a:sy n="128" d="100"/>
        </p:scale>
        <p:origin x="3152" y="16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BB809-BBEE-7448-9233-6973D63859EA}" type="datetimeFigureOut">
              <a:rPr lang="de-DE" smtClean="0"/>
              <a:t>12.10.2026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CH"/>
              <a:t>Mastertextformat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95C04-E291-F549-9F12-4CD1EACFC0C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18193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95C04-E291-F549-9F12-4CD1EACFC0CB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25544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95C04-E291-F549-9F12-4CD1EACFC0CB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774149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6"/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806450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F43B2504-42AC-4E72-9113-E76B6A874D7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42EF577-F4D3-4B0A-8077-9E06A3990DAD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8DD5B98-E9F1-467E-8733-857DEE697479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BE8EEFA4-11A4-4408-B7D0-CBFCD64BF3DD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4" name="Parallelogramm 23">
              <a:extLst>
                <a:ext uri="{FF2B5EF4-FFF2-40B4-BE49-F238E27FC236}">
                  <a16:creationId xmlns:a16="http://schemas.microsoft.com/office/drawing/2014/main" id="{74288184-4316-41CE-AE8A-B35FB0A42461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5" name="Parallelogramm 24">
              <a:extLst>
                <a:ext uri="{FF2B5EF4-FFF2-40B4-BE49-F238E27FC236}">
                  <a16:creationId xmlns:a16="http://schemas.microsoft.com/office/drawing/2014/main" id="{9B6814A7-8785-4B4B-9EA9-014C323CDF89}"/>
                </a:ext>
              </a:extLst>
            </p:cNvPr>
            <p:cNvSpPr/>
            <p:nvPr userDrawn="1"/>
          </p:nvSpPr>
          <p:spPr>
            <a:xfrm flipH="1">
              <a:off x="2100964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9691007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75A22F8-0A71-4529-8960-FCF5CDDCF095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48B6365F-95C1-4FE9-9C40-4374CEDB805D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FF607E98-A967-47E8-AC93-F4B736B27BAF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7" name="Parallelogramm 16">
              <a:extLst>
                <a:ext uri="{FF2B5EF4-FFF2-40B4-BE49-F238E27FC236}">
                  <a16:creationId xmlns:a16="http://schemas.microsoft.com/office/drawing/2014/main" id="{EFCC955A-26ED-4CAE-951B-FFB8DC18BD41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2A1C568B-FA73-49E1-A515-1505C70ECEA9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806450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CC36FAF-C76C-4C6E-9CB9-6120C2A3E4B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9" name="Bildplatzhalter 2">
            <a:extLst>
              <a:ext uri="{FF2B5EF4-FFF2-40B4-BE49-F238E27FC236}">
                <a16:creationId xmlns:a16="http://schemas.microsoft.com/office/drawing/2014/main" id="{F7933CFC-4F5A-4A16-BEBD-7CBC4AD616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97258" y="2606487"/>
            <a:ext cx="5767307" cy="2538361"/>
          </a:xfrm>
          <a:custGeom>
            <a:avLst/>
            <a:gdLst>
              <a:gd name="connsiteX0" fmla="*/ 0 w 3510116"/>
              <a:gd name="connsiteY0" fmla="*/ 3797401 h 3797401"/>
              <a:gd name="connsiteX1" fmla="*/ 877529 w 3510116"/>
              <a:gd name="connsiteY1" fmla="*/ 0 h 3797401"/>
              <a:gd name="connsiteX2" fmla="*/ 3510116 w 3510116"/>
              <a:gd name="connsiteY2" fmla="*/ 0 h 3797401"/>
              <a:gd name="connsiteX3" fmla="*/ 2632587 w 3510116"/>
              <a:gd name="connsiteY3" fmla="*/ 3797401 h 3797401"/>
              <a:gd name="connsiteX4" fmla="*/ 0 w 3510116"/>
              <a:gd name="connsiteY4" fmla="*/ 3797401 h 3797401"/>
              <a:gd name="connsiteX0" fmla="*/ 0 w 4542503"/>
              <a:gd name="connsiteY0" fmla="*/ 3797401 h 3797401"/>
              <a:gd name="connsiteX1" fmla="*/ 877529 w 4542503"/>
              <a:gd name="connsiteY1" fmla="*/ 0 h 3797401"/>
              <a:gd name="connsiteX2" fmla="*/ 4542503 w 4542503"/>
              <a:gd name="connsiteY2" fmla="*/ 7375 h 3797401"/>
              <a:gd name="connsiteX3" fmla="*/ 2632587 w 4542503"/>
              <a:gd name="connsiteY3" fmla="*/ 3797401 h 3797401"/>
              <a:gd name="connsiteX4" fmla="*/ 0 w 4542503"/>
              <a:gd name="connsiteY4" fmla="*/ 3797401 h 3797401"/>
              <a:gd name="connsiteX0" fmla="*/ 0 w 5759245"/>
              <a:gd name="connsiteY0" fmla="*/ 3790027 h 3797401"/>
              <a:gd name="connsiteX1" fmla="*/ 2094271 w 5759245"/>
              <a:gd name="connsiteY1" fmla="*/ 0 h 3797401"/>
              <a:gd name="connsiteX2" fmla="*/ 5759245 w 5759245"/>
              <a:gd name="connsiteY2" fmla="*/ 7375 h 3797401"/>
              <a:gd name="connsiteX3" fmla="*/ 3849329 w 5759245"/>
              <a:gd name="connsiteY3" fmla="*/ 3797401 h 3797401"/>
              <a:gd name="connsiteX4" fmla="*/ 0 w 5759245"/>
              <a:gd name="connsiteY4" fmla="*/ 3790027 h 3797401"/>
              <a:gd name="connsiteX0" fmla="*/ 0 w 5759245"/>
              <a:gd name="connsiteY0" fmla="*/ 3794790 h 3802164"/>
              <a:gd name="connsiteX1" fmla="*/ 1929964 w 5759245"/>
              <a:gd name="connsiteY1" fmla="*/ 0 h 3802164"/>
              <a:gd name="connsiteX2" fmla="*/ 5759245 w 5759245"/>
              <a:gd name="connsiteY2" fmla="*/ 12138 h 3802164"/>
              <a:gd name="connsiteX3" fmla="*/ 3849329 w 5759245"/>
              <a:gd name="connsiteY3" fmla="*/ 3802164 h 3802164"/>
              <a:gd name="connsiteX4" fmla="*/ 0 w 5759245"/>
              <a:gd name="connsiteY4" fmla="*/ 3794790 h 3802164"/>
              <a:gd name="connsiteX0" fmla="*/ 0 w 5768770"/>
              <a:gd name="connsiteY0" fmla="*/ 3794790 h 3802164"/>
              <a:gd name="connsiteX1" fmla="*/ 1929964 w 5768770"/>
              <a:gd name="connsiteY1" fmla="*/ 0 h 3802164"/>
              <a:gd name="connsiteX2" fmla="*/ 5768770 w 5768770"/>
              <a:gd name="connsiteY2" fmla="*/ 231 h 3802164"/>
              <a:gd name="connsiteX3" fmla="*/ 3849329 w 5768770"/>
              <a:gd name="connsiteY3" fmla="*/ 3802164 h 3802164"/>
              <a:gd name="connsiteX4" fmla="*/ 0 w 5768770"/>
              <a:gd name="connsiteY4" fmla="*/ 3794790 h 3802164"/>
              <a:gd name="connsiteX0" fmla="*/ 0 w 5768770"/>
              <a:gd name="connsiteY0" fmla="*/ 3794790 h 3794790"/>
              <a:gd name="connsiteX1" fmla="*/ 1929964 w 5768770"/>
              <a:gd name="connsiteY1" fmla="*/ 0 h 3794790"/>
              <a:gd name="connsiteX2" fmla="*/ 5768770 w 5768770"/>
              <a:gd name="connsiteY2" fmla="*/ 231 h 3794790"/>
              <a:gd name="connsiteX3" fmla="*/ 3792179 w 5768770"/>
              <a:gd name="connsiteY3" fmla="*/ 3695008 h 3794790"/>
              <a:gd name="connsiteX4" fmla="*/ 0 w 5768770"/>
              <a:gd name="connsiteY4" fmla="*/ 3794790 h 3794790"/>
              <a:gd name="connsiteX0" fmla="*/ 0 w 5768770"/>
              <a:gd name="connsiteY0" fmla="*/ 3794790 h 3804546"/>
              <a:gd name="connsiteX1" fmla="*/ 1929964 w 5768770"/>
              <a:gd name="connsiteY1" fmla="*/ 0 h 3804546"/>
              <a:gd name="connsiteX2" fmla="*/ 5768770 w 5768770"/>
              <a:gd name="connsiteY2" fmla="*/ 231 h 3804546"/>
              <a:gd name="connsiteX3" fmla="*/ 3842185 w 5768770"/>
              <a:gd name="connsiteY3" fmla="*/ 3804546 h 3804546"/>
              <a:gd name="connsiteX4" fmla="*/ 0 w 5768770"/>
              <a:gd name="connsiteY4" fmla="*/ 3794790 h 3804546"/>
              <a:gd name="connsiteX0" fmla="*/ 0 w 5511595"/>
              <a:gd name="connsiteY0" fmla="*/ 3656678 h 3804546"/>
              <a:gd name="connsiteX1" fmla="*/ 1672789 w 5511595"/>
              <a:gd name="connsiteY1" fmla="*/ 0 h 3804546"/>
              <a:gd name="connsiteX2" fmla="*/ 5511595 w 5511595"/>
              <a:gd name="connsiteY2" fmla="*/ 231 h 3804546"/>
              <a:gd name="connsiteX3" fmla="*/ 3585010 w 5511595"/>
              <a:gd name="connsiteY3" fmla="*/ 3804546 h 3804546"/>
              <a:gd name="connsiteX4" fmla="*/ 0 w 5511595"/>
              <a:gd name="connsiteY4" fmla="*/ 3656678 h 3804546"/>
              <a:gd name="connsiteX0" fmla="*/ 0 w 5761626"/>
              <a:gd name="connsiteY0" fmla="*/ 3804315 h 3804546"/>
              <a:gd name="connsiteX1" fmla="*/ 1922820 w 5761626"/>
              <a:gd name="connsiteY1" fmla="*/ 0 h 3804546"/>
              <a:gd name="connsiteX2" fmla="*/ 5761626 w 5761626"/>
              <a:gd name="connsiteY2" fmla="*/ 231 h 3804546"/>
              <a:gd name="connsiteX3" fmla="*/ 3835041 w 5761626"/>
              <a:gd name="connsiteY3" fmla="*/ 3804546 h 3804546"/>
              <a:gd name="connsiteX4" fmla="*/ 0 w 5761626"/>
              <a:gd name="connsiteY4" fmla="*/ 3804315 h 3804546"/>
              <a:gd name="connsiteX0" fmla="*/ 0 w 5761626"/>
              <a:gd name="connsiteY0" fmla="*/ 3813811 h 3814042"/>
              <a:gd name="connsiteX1" fmla="*/ 1217596 w 5761626"/>
              <a:gd name="connsiteY1" fmla="*/ 0 h 3814042"/>
              <a:gd name="connsiteX2" fmla="*/ 5761626 w 5761626"/>
              <a:gd name="connsiteY2" fmla="*/ 9727 h 3814042"/>
              <a:gd name="connsiteX3" fmla="*/ 3835041 w 5761626"/>
              <a:gd name="connsiteY3" fmla="*/ 3814042 h 3814042"/>
              <a:gd name="connsiteX4" fmla="*/ 0 w 5761626"/>
              <a:gd name="connsiteY4" fmla="*/ 3813811 h 3814042"/>
              <a:gd name="connsiteX0" fmla="*/ 0 w 4153955"/>
              <a:gd name="connsiteY0" fmla="*/ 3813811 h 3814042"/>
              <a:gd name="connsiteX1" fmla="*/ 1217596 w 4153955"/>
              <a:gd name="connsiteY1" fmla="*/ 0 h 3814042"/>
              <a:gd name="connsiteX2" fmla="*/ 4153955 w 4153955"/>
              <a:gd name="connsiteY2" fmla="*/ 28721 h 3814042"/>
              <a:gd name="connsiteX3" fmla="*/ 3835041 w 4153955"/>
              <a:gd name="connsiteY3" fmla="*/ 3814042 h 3814042"/>
              <a:gd name="connsiteX4" fmla="*/ 0 w 4153955"/>
              <a:gd name="connsiteY4" fmla="*/ 3813811 h 3814042"/>
              <a:gd name="connsiteX0" fmla="*/ 0 w 5056403"/>
              <a:gd name="connsiteY0" fmla="*/ 3813811 h 3814042"/>
              <a:gd name="connsiteX1" fmla="*/ 1217596 w 5056403"/>
              <a:gd name="connsiteY1" fmla="*/ 0 h 3814042"/>
              <a:gd name="connsiteX2" fmla="*/ 5056403 w 5056403"/>
              <a:gd name="connsiteY2" fmla="*/ 230 h 3814042"/>
              <a:gd name="connsiteX3" fmla="*/ 3835041 w 5056403"/>
              <a:gd name="connsiteY3" fmla="*/ 3814042 h 3814042"/>
              <a:gd name="connsiteX4" fmla="*/ 0 w 5056403"/>
              <a:gd name="connsiteY4" fmla="*/ 3813811 h 3814042"/>
              <a:gd name="connsiteX0" fmla="*/ 0 w 5058901"/>
              <a:gd name="connsiteY0" fmla="*/ 3813811 h 3814042"/>
              <a:gd name="connsiteX1" fmla="*/ 1217596 w 5058901"/>
              <a:gd name="connsiteY1" fmla="*/ 0 h 3814042"/>
              <a:gd name="connsiteX2" fmla="*/ 5058901 w 5058901"/>
              <a:gd name="connsiteY2" fmla="*/ 12141 h 3814042"/>
              <a:gd name="connsiteX3" fmla="*/ 3835041 w 5058901"/>
              <a:gd name="connsiteY3" fmla="*/ 3814042 h 3814042"/>
              <a:gd name="connsiteX4" fmla="*/ 0 w 5058901"/>
              <a:gd name="connsiteY4" fmla="*/ 3813811 h 3814042"/>
              <a:gd name="connsiteX0" fmla="*/ 0 w 5058901"/>
              <a:gd name="connsiteY0" fmla="*/ 3809840 h 3810071"/>
              <a:gd name="connsiteX1" fmla="*/ 1215098 w 5058901"/>
              <a:gd name="connsiteY1" fmla="*/ 0 h 3810071"/>
              <a:gd name="connsiteX2" fmla="*/ 5058901 w 5058901"/>
              <a:gd name="connsiteY2" fmla="*/ 8170 h 3810071"/>
              <a:gd name="connsiteX3" fmla="*/ 3835041 w 5058901"/>
              <a:gd name="connsiteY3" fmla="*/ 3810071 h 3810071"/>
              <a:gd name="connsiteX4" fmla="*/ 0 w 5058901"/>
              <a:gd name="connsiteY4" fmla="*/ 3809840 h 3810071"/>
              <a:gd name="connsiteX0" fmla="*/ 0 w 5058901"/>
              <a:gd name="connsiteY0" fmla="*/ 3801899 h 3802130"/>
              <a:gd name="connsiteX1" fmla="*/ 1215098 w 5058901"/>
              <a:gd name="connsiteY1" fmla="*/ 0 h 3802130"/>
              <a:gd name="connsiteX2" fmla="*/ 5058901 w 5058901"/>
              <a:gd name="connsiteY2" fmla="*/ 229 h 3802130"/>
              <a:gd name="connsiteX3" fmla="*/ 3835041 w 5058901"/>
              <a:gd name="connsiteY3" fmla="*/ 3802130 h 3802130"/>
              <a:gd name="connsiteX4" fmla="*/ 0 w 5058901"/>
              <a:gd name="connsiteY4" fmla="*/ 3801899 h 3802130"/>
              <a:gd name="connsiteX0" fmla="*/ 0 w 5051406"/>
              <a:gd name="connsiteY0" fmla="*/ 3801899 h 3802130"/>
              <a:gd name="connsiteX1" fmla="*/ 1215098 w 5051406"/>
              <a:gd name="connsiteY1" fmla="*/ 0 h 3802130"/>
              <a:gd name="connsiteX2" fmla="*/ 5051406 w 5051406"/>
              <a:gd name="connsiteY2" fmla="*/ 229 h 3802130"/>
              <a:gd name="connsiteX3" fmla="*/ 3835041 w 5051406"/>
              <a:gd name="connsiteY3" fmla="*/ 3802130 h 3802130"/>
              <a:gd name="connsiteX4" fmla="*/ 0 w 5051406"/>
              <a:gd name="connsiteY4" fmla="*/ 3801899 h 3802130"/>
              <a:gd name="connsiteX0" fmla="*/ 0 w 5051406"/>
              <a:gd name="connsiteY0" fmla="*/ 4028058 h 4028289"/>
              <a:gd name="connsiteX1" fmla="*/ 1279142 w 5051406"/>
              <a:gd name="connsiteY1" fmla="*/ 0 h 4028289"/>
              <a:gd name="connsiteX2" fmla="*/ 5051406 w 5051406"/>
              <a:gd name="connsiteY2" fmla="*/ 226388 h 4028289"/>
              <a:gd name="connsiteX3" fmla="*/ 3835041 w 5051406"/>
              <a:gd name="connsiteY3" fmla="*/ 4028289 h 4028289"/>
              <a:gd name="connsiteX4" fmla="*/ 0 w 5051406"/>
              <a:gd name="connsiteY4" fmla="*/ 4028058 h 4028289"/>
              <a:gd name="connsiteX0" fmla="*/ 0 w 5051406"/>
              <a:gd name="connsiteY0" fmla="*/ 4028058 h 4028059"/>
              <a:gd name="connsiteX1" fmla="*/ 1279142 w 5051406"/>
              <a:gd name="connsiteY1" fmla="*/ 0 h 4028059"/>
              <a:gd name="connsiteX2" fmla="*/ 5051406 w 5051406"/>
              <a:gd name="connsiteY2" fmla="*/ 226388 h 4028059"/>
              <a:gd name="connsiteX3" fmla="*/ 3539729 w 5051406"/>
              <a:gd name="connsiteY3" fmla="*/ 3632510 h 4028059"/>
              <a:gd name="connsiteX4" fmla="*/ 0 w 5051406"/>
              <a:gd name="connsiteY4" fmla="*/ 4028058 h 4028059"/>
              <a:gd name="connsiteX0" fmla="*/ 0 w 5051406"/>
              <a:gd name="connsiteY0" fmla="*/ 4028058 h 4028057"/>
              <a:gd name="connsiteX1" fmla="*/ 1279142 w 5051406"/>
              <a:gd name="connsiteY1" fmla="*/ 0 h 4028057"/>
              <a:gd name="connsiteX2" fmla="*/ 5051406 w 5051406"/>
              <a:gd name="connsiteY2" fmla="*/ 226388 h 4028057"/>
              <a:gd name="connsiteX3" fmla="*/ 3763882 w 5051406"/>
              <a:gd name="connsiteY3" fmla="*/ 4022635 h 4028057"/>
              <a:gd name="connsiteX4" fmla="*/ 0 w 5051406"/>
              <a:gd name="connsiteY4" fmla="*/ 4028058 h 4028057"/>
              <a:gd name="connsiteX0" fmla="*/ 0 w 5054964"/>
              <a:gd name="connsiteY0" fmla="*/ 4039137 h 4039138"/>
              <a:gd name="connsiteX1" fmla="*/ 1279142 w 5054964"/>
              <a:gd name="connsiteY1" fmla="*/ 11079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366 h 4039365"/>
              <a:gd name="connsiteX1" fmla="*/ 1453483 w 5054964"/>
              <a:gd name="connsiteY1" fmla="*/ 0 h 4039365"/>
              <a:gd name="connsiteX2" fmla="*/ 5054964 w 5054964"/>
              <a:gd name="connsiteY2" fmla="*/ 229 h 4039365"/>
              <a:gd name="connsiteX3" fmla="*/ 3763882 w 5054964"/>
              <a:gd name="connsiteY3" fmla="*/ 4033943 h 4039365"/>
              <a:gd name="connsiteX4" fmla="*/ 0 w 5054964"/>
              <a:gd name="connsiteY4" fmla="*/ 4039366 h 4039365"/>
              <a:gd name="connsiteX0" fmla="*/ 0 w 5054964"/>
              <a:gd name="connsiteY0" fmla="*/ 4039137 h 4039138"/>
              <a:gd name="connsiteX1" fmla="*/ 1282700 w 5054964"/>
              <a:gd name="connsiteY1" fmla="*/ 5425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4895420"/>
              <a:gd name="connsiteY0" fmla="*/ 3891558 h 4033714"/>
              <a:gd name="connsiteX1" fmla="*/ 1123156 w 4895420"/>
              <a:gd name="connsiteY1" fmla="*/ 5425 h 4033714"/>
              <a:gd name="connsiteX2" fmla="*/ 4895420 w 4895420"/>
              <a:gd name="connsiteY2" fmla="*/ 0 h 4033714"/>
              <a:gd name="connsiteX3" fmla="*/ 3604338 w 4895420"/>
              <a:gd name="connsiteY3" fmla="*/ 4033714 h 4033714"/>
              <a:gd name="connsiteX4" fmla="*/ 0 w 4895420"/>
              <a:gd name="connsiteY4" fmla="*/ 3891558 h 4033714"/>
              <a:gd name="connsiteX0" fmla="*/ 0 w 5059726"/>
              <a:gd name="connsiteY0" fmla="*/ 4039136 h 4039136"/>
              <a:gd name="connsiteX1" fmla="*/ 1287462 w 5059726"/>
              <a:gd name="connsiteY1" fmla="*/ 5425 h 4039136"/>
              <a:gd name="connsiteX2" fmla="*/ 5059726 w 5059726"/>
              <a:gd name="connsiteY2" fmla="*/ 0 h 4039136"/>
              <a:gd name="connsiteX3" fmla="*/ 3768644 w 5059726"/>
              <a:gd name="connsiteY3" fmla="*/ 4033714 h 4039136"/>
              <a:gd name="connsiteX4" fmla="*/ 0 w 5059726"/>
              <a:gd name="connsiteY4" fmla="*/ 4039136 h 4039136"/>
              <a:gd name="connsiteX0" fmla="*/ 0 w 5059726"/>
              <a:gd name="connsiteY0" fmla="*/ 4039136 h 4039136"/>
              <a:gd name="connsiteX1" fmla="*/ 1287462 w 5059726"/>
              <a:gd name="connsiteY1" fmla="*/ 5425 h 4039136"/>
              <a:gd name="connsiteX2" fmla="*/ 5059726 w 5059726"/>
              <a:gd name="connsiteY2" fmla="*/ 0 h 4039136"/>
              <a:gd name="connsiteX3" fmla="*/ 3394788 w 5059726"/>
              <a:gd name="connsiteY3" fmla="*/ 3848296 h 4039136"/>
              <a:gd name="connsiteX4" fmla="*/ 0 w 5059726"/>
              <a:gd name="connsiteY4" fmla="*/ 4039136 h 4039136"/>
              <a:gd name="connsiteX0" fmla="*/ 0 w 5059726"/>
              <a:gd name="connsiteY0" fmla="*/ 4039136 h 4041281"/>
              <a:gd name="connsiteX1" fmla="*/ 1287462 w 5059726"/>
              <a:gd name="connsiteY1" fmla="*/ 5425 h 4041281"/>
              <a:gd name="connsiteX2" fmla="*/ 5059726 w 5059726"/>
              <a:gd name="connsiteY2" fmla="*/ 0 h 4041281"/>
              <a:gd name="connsiteX3" fmla="*/ 4485401 w 5059726"/>
              <a:gd name="connsiteY3" fmla="*/ 4041281 h 4041281"/>
              <a:gd name="connsiteX4" fmla="*/ 0 w 5059726"/>
              <a:gd name="connsiteY4" fmla="*/ 4039136 h 4041281"/>
              <a:gd name="connsiteX0" fmla="*/ 1277144 w 6336870"/>
              <a:gd name="connsiteY0" fmla="*/ 4039136 h 4041281"/>
              <a:gd name="connsiteX1" fmla="*/ 0 w 6336870"/>
              <a:gd name="connsiteY1" fmla="*/ 12994 h 4041281"/>
              <a:gd name="connsiteX2" fmla="*/ 6336870 w 6336870"/>
              <a:gd name="connsiteY2" fmla="*/ 0 h 4041281"/>
              <a:gd name="connsiteX3" fmla="*/ 5762545 w 6336870"/>
              <a:gd name="connsiteY3" fmla="*/ 4041281 h 4041281"/>
              <a:gd name="connsiteX4" fmla="*/ 1277144 w 6336870"/>
              <a:gd name="connsiteY4" fmla="*/ 4039136 h 4041281"/>
              <a:gd name="connsiteX0" fmla="*/ 1179512 w 6239238"/>
              <a:gd name="connsiteY0" fmla="*/ 4039136 h 4041281"/>
              <a:gd name="connsiteX1" fmla="*/ 0 w 6239238"/>
              <a:gd name="connsiteY1" fmla="*/ 65972 h 4041281"/>
              <a:gd name="connsiteX2" fmla="*/ 6239238 w 6239238"/>
              <a:gd name="connsiteY2" fmla="*/ 0 h 4041281"/>
              <a:gd name="connsiteX3" fmla="*/ 5664913 w 6239238"/>
              <a:gd name="connsiteY3" fmla="*/ 4041281 h 4041281"/>
              <a:gd name="connsiteX4" fmla="*/ 1179512 w 6239238"/>
              <a:gd name="connsiteY4" fmla="*/ 4039136 h 4041281"/>
              <a:gd name="connsiteX0" fmla="*/ 1179512 w 5664913"/>
              <a:gd name="connsiteY0" fmla="*/ 3973164 h 3975309"/>
              <a:gd name="connsiteX1" fmla="*/ 0 w 5664913"/>
              <a:gd name="connsiteY1" fmla="*/ 0 h 3975309"/>
              <a:gd name="connsiteX2" fmla="*/ 4543788 w 5664913"/>
              <a:gd name="connsiteY2" fmla="*/ 210263 h 3975309"/>
              <a:gd name="connsiteX3" fmla="*/ 5664913 w 5664913"/>
              <a:gd name="connsiteY3" fmla="*/ 3975309 h 3975309"/>
              <a:gd name="connsiteX4" fmla="*/ 1179512 w 5664913"/>
              <a:gd name="connsiteY4" fmla="*/ 3973164 h 3975309"/>
              <a:gd name="connsiteX0" fmla="*/ 1179512 w 5664913"/>
              <a:gd name="connsiteY0" fmla="*/ 3973164 h 3975309"/>
              <a:gd name="connsiteX1" fmla="*/ 0 w 5664913"/>
              <a:gd name="connsiteY1" fmla="*/ 0 h 3975309"/>
              <a:gd name="connsiteX2" fmla="*/ 4279469 w 5664913"/>
              <a:gd name="connsiteY2" fmla="*/ 28629 h 3975309"/>
              <a:gd name="connsiteX3" fmla="*/ 5664913 w 5664913"/>
              <a:gd name="connsiteY3" fmla="*/ 3975309 h 3975309"/>
              <a:gd name="connsiteX4" fmla="*/ 1179512 w 5664913"/>
              <a:gd name="connsiteY4" fmla="*/ 3973164 h 3975309"/>
              <a:gd name="connsiteX0" fmla="*/ 1179512 w 5664913"/>
              <a:gd name="connsiteY0" fmla="*/ 4031568 h 4033713"/>
              <a:gd name="connsiteX1" fmla="*/ 0 w 5664913"/>
              <a:gd name="connsiteY1" fmla="*/ 58404 h 4033713"/>
              <a:gd name="connsiteX2" fmla="*/ 4379481 w 5664913"/>
              <a:gd name="connsiteY2" fmla="*/ 0 h 4033713"/>
              <a:gd name="connsiteX3" fmla="*/ 5664913 w 5664913"/>
              <a:gd name="connsiteY3" fmla="*/ 4033713 h 4033713"/>
              <a:gd name="connsiteX4" fmla="*/ 1179512 w 5664913"/>
              <a:gd name="connsiteY4" fmla="*/ 4031568 h 4033713"/>
              <a:gd name="connsiteX0" fmla="*/ 1281906 w 5767307"/>
              <a:gd name="connsiteY0" fmla="*/ 4031568 h 4033713"/>
              <a:gd name="connsiteX1" fmla="*/ 0 w 5767307"/>
              <a:gd name="connsiteY1" fmla="*/ 1643 h 4033713"/>
              <a:gd name="connsiteX2" fmla="*/ 4481875 w 5767307"/>
              <a:gd name="connsiteY2" fmla="*/ 0 h 4033713"/>
              <a:gd name="connsiteX3" fmla="*/ 5767307 w 5767307"/>
              <a:gd name="connsiteY3" fmla="*/ 4033713 h 4033713"/>
              <a:gd name="connsiteX4" fmla="*/ 1281906 w 5767307"/>
              <a:gd name="connsiteY4" fmla="*/ 4031568 h 4033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7307" h="4033713">
                <a:moveTo>
                  <a:pt x="1281906" y="4031568"/>
                </a:moveTo>
                <a:lnTo>
                  <a:pt x="0" y="1643"/>
                </a:lnTo>
                <a:lnTo>
                  <a:pt x="4481875" y="0"/>
                </a:lnTo>
                <a:lnTo>
                  <a:pt x="5767307" y="4033713"/>
                </a:lnTo>
                <a:lnTo>
                  <a:pt x="1281906" y="4031568"/>
                </a:ln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576000" bIns="0" anchor="ctr" anchorCtr="0"/>
          <a:lstStyle>
            <a:lvl1pPr algn="ctr">
              <a:defRPr lang="en-GB" sz="1200" dirty="0"/>
            </a:lvl1pPr>
          </a:lstStyle>
          <a:p>
            <a:pPr lvl="0" algn="ctr"/>
            <a:r>
              <a:rPr lang="de-DE"/>
              <a:t>Bild durch Klicken auf Symbol hinzufügen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9771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 2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6"/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569595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F43B2504-42AC-4E72-9113-E76B6A874D7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569595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AFCBE3FA-6E51-4604-A8C1-F31B846E61BB}"/>
              </a:ext>
            </a:extLst>
          </p:cNvPr>
          <p:cNvGrpSpPr/>
          <p:nvPr userDrawn="1"/>
        </p:nvGrpSpPr>
        <p:grpSpPr>
          <a:xfrm>
            <a:off x="6235700" y="-6351"/>
            <a:ext cx="2917825" cy="5152656"/>
            <a:chOff x="6235700" y="-6351"/>
            <a:chExt cx="2917825" cy="5152656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32B86DD8-50B3-4848-ABF9-6EEDF69AEC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42100" y="2207842"/>
              <a:ext cx="2511425" cy="2938463"/>
            </a:xfrm>
            <a:custGeom>
              <a:avLst/>
              <a:gdLst>
                <a:gd name="T0" fmla="*/ 0 w 3866"/>
                <a:gd name="T1" fmla="*/ 4527 h 4527"/>
                <a:gd name="T2" fmla="*/ 0 w 3866"/>
                <a:gd name="T3" fmla="*/ 4527 h 4527"/>
                <a:gd name="T4" fmla="*/ 2264 w 3866"/>
                <a:gd name="T5" fmla="*/ 0 h 4527"/>
                <a:gd name="T6" fmla="*/ 3866 w 3866"/>
                <a:gd name="T7" fmla="*/ 0 h 4527"/>
                <a:gd name="T8" fmla="*/ 3866 w 3866"/>
                <a:gd name="T9" fmla="*/ 4527 h 4527"/>
                <a:gd name="T10" fmla="*/ 0 w 3866"/>
                <a:gd name="T11" fmla="*/ 4527 h 4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66" h="4527">
                  <a:moveTo>
                    <a:pt x="0" y="4527"/>
                  </a:moveTo>
                  <a:lnTo>
                    <a:pt x="0" y="4527"/>
                  </a:lnTo>
                  <a:lnTo>
                    <a:pt x="2264" y="0"/>
                  </a:lnTo>
                  <a:lnTo>
                    <a:pt x="3866" y="0"/>
                  </a:lnTo>
                  <a:lnTo>
                    <a:pt x="3866" y="4527"/>
                  </a:lnTo>
                  <a:lnTo>
                    <a:pt x="0" y="4527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322884C1-8C9F-4CF3-8BF3-0FEEF20793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917825" cy="5152656"/>
            </a:xfrm>
            <a:custGeom>
              <a:avLst/>
              <a:gdLst>
                <a:gd name="T0" fmla="*/ 4491 w 4491"/>
                <a:gd name="T1" fmla="*/ 7936 h 7936"/>
                <a:gd name="T2" fmla="*/ 4491 w 4491"/>
                <a:gd name="T3" fmla="*/ 7936 h 7936"/>
                <a:gd name="T4" fmla="*/ 4491 w 4491"/>
                <a:gd name="T5" fmla="*/ 0 h 7936"/>
                <a:gd name="T6" fmla="*/ 0 w 4491"/>
                <a:gd name="T7" fmla="*/ 0 h 7936"/>
                <a:gd name="T8" fmla="*/ 3966 w 4491"/>
                <a:gd name="T9" fmla="*/ 7936 h 7936"/>
                <a:gd name="T10" fmla="*/ 4491 w 4491"/>
                <a:gd name="T11" fmla="*/ 7936 h 7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91" h="7936">
                  <a:moveTo>
                    <a:pt x="4491" y="7936"/>
                  </a:moveTo>
                  <a:lnTo>
                    <a:pt x="4491" y="7936"/>
                  </a:lnTo>
                  <a:lnTo>
                    <a:pt x="4491" y="0"/>
                  </a:lnTo>
                  <a:lnTo>
                    <a:pt x="0" y="0"/>
                  </a:lnTo>
                  <a:lnTo>
                    <a:pt x="3966" y="7936"/>
                  </a:lnTo>
                  <a:lnTo>
                    <a:pt x="4491" y="793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847D06EA-B3AC-400B-A5C0-A74EB21FA9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447925" cy="2449513"/>
            </a:xfrm>
            <a:custGeom>
              <a:avLst/>
              <a:gdLst>
                <a:gd name="T0" fmla="*/ 0 w 3767"/>
                <a:gd name="T1" fmla="*/ 0 h 3774"/>
                <a:gd name="T2" fmla="*/ 0 w 3767"/>
                <a:gd name="T3" fmla="*/ 0 h 3774"/>
                <a:gd name="T4" fmla="*/ 3767 w 3767"/>
                <a:gd name="T5" fmla="*/ 0 h 3774"/>
                <a:gd name="T6" fmla="*/ 1886 w 3767"/>
                <a:gd name="T7" fmla="*/ 3774 h 3774"/>
                <a:gd name="T8" fmla="*/ 0 w 3767"/>
                <a:gd name="T9" fmla="*/ 0 h 3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7" h="3774">
                  <a:moveTo>
                    <a:pt x="0" y="0"/>
                  </a:moveTo>
                  <a:lnTo>
                    <a:pt x="0" y="0"/>
                  </a:lnTo>
                  <a:lnTo>
                    <a:pt x="3767" y="0"/>
                  </a:lnTo>
                  <a:lnTo>
                    <a:pt x="1886" y="3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</p:grpSp>
    </p:spTree>
    <p:extLst>
      <p:ext uri="{BB962C8B-B14F-4D97-AF65-F5344CB8AC3E}">
        <p14:creationId xmlns:p14="http://schemas.microsoft.com/office/powerpoint/2010/main" val="8341003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 2zeilig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6">
            <a:extLst>
              <a:ext uri="{FF2B5EF4-FFF2-40B4-BE49-F238E27FC236}">
                <a16:creationId xmlns:a16="http://schemas.microsoft.com/office/drawing/2014/main" id="{2A1C568B-FA73-49E1-A515-1505C70ECEA9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3246037" cy="9775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CC36FAF-C76C-4C6E-9CB9-6120C2A3E4B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3509736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D740779F-9D96-4E49-9A95-916D8689FD27}"/>
              </a:ext>
            </a:extLst>
          </p:cNvPr>
          <p:cNvGrpSpPr/>
          <p:nvPr userDrawn="1"/>
        </p:nvGrpSpPr>
        <p:grpSpPr>
          <a:xfrm>
            <a:off x="6235700" y="-6351"/>
            <a:ext cx="2917825" cy="5152656"/>
            <a:chOff x="6235700" y="-6351"/>
            <a:chExt cx="2917825" cy="515265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27E70A4B-63D8-4003-968B-B03A2A2398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42100" y="2207842"/>
              <a:ext cx="2511425" cy="2938463"/>
            </a:xfrm>
            <a:custGeom>
              <a:avLst/>
              <a:gdLst>
                <a:gd name="T0" fmla="*/ 0 w 3866"/>
                <a:gd name="T1" fmla="*/ 4527 h 4527"/>
                <a:gd name="T2" fmla="*/ 0 w 3866"/>
                <a:gd name="T3" fmla="*/ 4527 h 4527"/>
                <a:gd name="T4" fmla="*/ 2264 w 3866"/>
                <a:gd name="T5" fmla="*/ 0 h 4527"/>
                <a:gd name="T6" fmla="*/ 3866 w 3866"/>
                <a:gd name="T7" fmla="*/ 0 h 4527"/>
                <a:gd name="T8" fmla="*/ 3866 w 3866"/>
                <a:gd name="T9" fmla="*/ 4527 h 4527"/>
                <a:gd name="T10" fmla="*/ 0 w 3866"/>
                <a:gd name="T11" fmla="*/ 4527 h 4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66" h="4527">
                  <a:moveTo>
                    <a:pt x="0" y="4527"/>
                  </a:moveTo>
                  <a:lnTo>
                    <a:pt x="0" y="4527"/>
                  </a:lnTo>
                  <a:lnTo>
                    <a:pt x="2264" y="0"/>
                  </a:lnTo>
                  <a:lnTo>
                    <a:pt x="3866" y="0"/>
                  </a:lnTo>
                  <a:lnTo>
                    <a:pt x="3866" y="4527"/>
                  </a:lnTo>
                  <a:lnTo>
                    <a:pt x="0" y="4527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DA167FA2-7604-41AA-80F3-F3CFBEABAA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917825" cy="5152656"/>
            </a:xfrm>
            <a:custGeom>
              <a:avLst/>
              <a:gdLst>
                <a:gd name="T0" fmla="*/ 4491 w 4491"/>
                <a:gd name="T1" fmla="*/ 7936 h 7936"/>
                <a:gd name="T2" fmla="*/ 4491 w 4491"/>
                <a:gd name="T3" fmla="*/ 7936 h 7936"/>
                <a:gd name="T4" fmla="*/ 4491 w 4491"/>
                <a:gd name="T5" fmla="*/ 0 h 7936"/>
                <a:gd name="T6" fmla="*/ 0 w 4491"/>
                <a:gd name="T7" fmla="*/ 0 h 7936"/>
                <a:gd name="T8" fmla="*/ 3966 w 4491"/>
                <a:gd name="T9" fmla="*/ 7936 h 7936"/>
                <a:gd name="T10" fmla="*/ 4491 w 4491"/>
                <a:gd name="T11" fmla="*/ 7936 h 7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91" h="7936">
                  <a:moveTo>
                    <a:pt x="4491" y="7936"/>
                  </a:moveTo>
                  <a:lnTo>
                    <a:pt x="4491" y="7936"/>
                  </a:lnTo>
                  <a:lnTo>
                    <a:pt x="4491" y="0"/>
                  </a:lnTo>
                  <a:lnTo>
                    <a:pt x="0" y="0"/>
                  </a:lnTo>
                  <a:lnTo>
                    <a:pt x="3966" y="7936"/>
                  </a:lnTo>
                  <a:lnTo>
                    <a:pt x="4491" y="793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E0A37BB8-3844-483D-AA8A-059028517C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447925" cy="2449513"/>
            </a:xfrm>
            <a:custGeom>
              <a:avLst/>
              <a:gdLst>
                <a:gd name="T0" fmla="*/ 0 w 3767"/>
                <a:gd name="T1" fmla="*/ 0 h 3774"/>
                <a:gd name="T2" fmla="*/ 0 w 3767"/>
                <a:gd name="T3" fmla="*/ 0 h 3774"/>
                <a:gd name="T4" fmla="*/ 3767 w 3767"/>
                <a:gd name="T5" fmla="*/ 0 h 3774"/>
                <a:gd name="T6" fmla="*/ 1886 w 3767"/>
                <a:gd name="T7" fmla="*/ 3774 h 3774"/>
                <a:gd name="T8" fmla="*/ 0 w 3767"/>
                <a:gd name="T9" fmla="*/ 0 h 3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7" h="3774">
                  <a:moveTo>
                    <a:pt x="0" y="0"/>
                  </a:moveTo>
                  <a:lnTo>
                    <a:pt x="0" y="0"/>
                  </a:lnTo>
                  <a:lnTo>
                    <a:pt x="3767" y="0"/>
                  </a:lnTo>
                  <a:lnTo>
                    <a:pt x="1886" y="3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</p:grp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6591C452-DBD1-49E8-925F-DDB45E5691A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13247" y="-2858"/>
            <a:ext cx="5015527" cy="5150675"/>
          </a:xfrm>
          <a:custGeom>
            <a:avLst/>
            <a:gdLst>
              <a:gd name="connsiteX0" fmla="*/ 0 w 3510116"/>
              <a:gd name="connsiteY0" fmla="*/ 3797401 h 3797401"/>
              <a:gd name="connsiteX1" fmla="*/ 877529 w 3510116"/>
              <a:gd name="connsiteY1" fmla="*/ 0 h 3797401"/>
              <a:gd name="connsiteX2" fmla="*/ 3510116 w 3510116"/>
              <a:gd name="connsiteY2" fmla="*/ 0 h 3797401"/>
              <a:gd name="connsiteX3" fmla="*/ 2632587 w 3510116"/>
              <a:gd name="connsiteY3" fmla="*/ 3797401 h 3797401"/>
              <a:gd name="connsiteX4" fmla="*/ 0 w 3510116"/>
              <a:gd name="connsiteY4" fmla="*/ 3797401 h 3797401"/>
              <a:gd name="connsiteX0" fmla="*/ 0 w 4542503"/>
              <a:gd name="connsiteY0" fmla="*/ 3797401 h 3797401"/>
              <a:gd name="connsiteX1" fmla="*/ 877529 w 4542503"/>
              <a:gd name="connsiteY1" fmla="*/ 0 h 3797401"/>
              <a:gd name="connsiteX2" fmla="*/ 4542503 w 4542503"/>
              <a:gd name="connsiteY2" fmla="*/ 7375 h 3797401"/>
              <a:gd name="connsiteX3" fmla="*/ 2632587 w 4542503"/>
              <a:gd name="connsiteY3" fmla="*/ 3797401 h 3797401"/>
              <a:gd name="connsiteX4" fmla="*/ 0 w 4542503"/>
              <a:gd name="connsiteY4" fmla="*/ 3797401 h 3797401"/>
              <a:gd name="connsiteX0" fmla="*/ 0 w 5759245"/>
              <a:gd name="connsiteY0" fmla="*/ 3790027 h 3797401"/>
              <a:gd name="connsiteX1" fmla="*/ 2094271 w 5759245"/>
              <a:gd name="connsiteY1" fmla="*/ 0 h 3797401"/>
              <a:gd name="connsiteX2" fmla="*/ 5759245 w 5759245"/>
              <a:gd name="connsiteY2" fmla="*/ 7375 h 3797401"/>
              <a:gd name="connsiteX3" fmla="*/ 3849329 w 5759245"/>
              <a:gd name="connsiteY3" fmla="*/ 3797401 h 3797401"/>
              <a:gd name="connsiteX4" fmla="*/ 0 w 5759245"/>
              <a:gd name="connsiteY4" fmla="*/ 3790027 h 3797401"/>
              <a:gd name="connsiteX0" fmla="*/ 0 w 5759245"/>
              <a:gd name="connsiteY0" fmla="*/ 3794790 h 3802164"/>
              <a:gd name="connsiteX1" fmla="*/ 1929964 w 5759245"/>
              <a:gd name="connsiteY1" fmla="*/ 0 h 3802164"/>
              <a:gd name="connsiteX2" fmla="*/ 5759245 w 5759245"/>
              <a:gd name="connsiteY2" fmla="*/ 12138 h 3802164"/>
              <a:gd name="connsiteX3" fmla="*/ 3849329 w 5759245"/>
              <a:gd name="connsiteY3" fmla="*/ 3802164 h 3802164"/>
              <a:gd name="connsiteX4" fmla="*/ 0 w 5759245"/>
              <a:gd name="connsiteY4" fmla="*/ 3794790 h 3802164"/>
              <a:gd name="connsiteX0" fmla="*/ 0 w 5768770"/>
              <a:gd name="connsiteY0" fmla="*/ 3794790 h 3802164"/>
              <a:gd name="connsiteX1" fmla="*/ 1929964 w 5768770"/>
              <a:gd name="connsiteY1" fmla="*/ 0 h 3802164"/>
              <a:gd name="connsiteX2" fmla="*/ 5768770 w 5768770"/>
              <a:gd name="connsiteY2" fmla="*/ 231 h 3802164"/>
              <a:gd name="connsiteX3" fmla="*/ 3849329 w 5768770"/>
              <a:gd name="connsiteY3" fmla="*/ 3802164 h 3802164"/>
              <a:gd name="connsiteX4" fmla="*/ 0 w 5768770"/>
              <a:gd name="connsiteY4" fmla="*/ 3794790 h 3802164"/>
              <a:gd name="connsiteX0" fmla="*/ 0 w 5768770"/>
              <a:gd name="connsiteY0" fmla="*/ 3794790 h 3794790"/>
              <a:gd name="connsiteX1" fmla="*/ 1929964 w 5768770"/>
              <a:gd name="connsiteY1" fmla="*/ 0 h 3794790"/>
              <a:gd name="connsiteX2" fmla="*/ 5768770 w 5768770"/>
              <a:gd name="connsiteY2" fmla="*/ 231 h 3794790"/>
              <a:gd name="connsiteX3" fmla="*/ 3792179 w 5768770"/>
              <a:gd name="connsiteY3" fmla="*/ 3695008 h 3794790"/>
              <a:gd name="connsiteX4" fmla="*/ 0 w 5768770"/>
              <a:gd name="connsiteY4" fmla="*/ 3794790 h 3794790"/>
              <a:gd name="connsiteX0" fmla="*/ 0 w 5768770"/>
              <a:gd name="connsiteY0" fmla="*/ 3794790 h 3804546"/>
              <a:gd name="connsiteX1" fmla="*/ 1929964 w 5768770"/>
              <a:gd name="connsiteY1" fmla="*/ 0 h 3804546"/>
              <a:gd name="connsiteX2" fmla="*/ 5768770 w 5768770"/>
              <a:gd name="connsiteY2" fmla="*/ 231 h 3804546"/>
              <a:gd name="connsiteX3" fmla="*/ 3842185 w 5768770"/>
              <a:gd name="connsiteY3" fmla="*/ 3804546 h 3804546"/>
              <a:gd name="connsiteX4" fmla="*/ 0 w 5768770"/>
              <a:gd name="connsiteY4" fmla="*/ 3794790 h 3804546"/>
              <a:gd name="connsiteX0" fmla="*/ 0 w 5511595"/>
              <a:gd name="connsiteY0" fmla="*/ 3656678 h 3804546"/>
              <a:gd name="connsiteX1" fmla="*/ 1672789 w 5511595"/>
              <a:gd name="connsiteY1" fmla="*/ 0 h 3804546"/>
              <a:gd name="connsiteX2" fmla="*/ 5511595 w 5511595"/>
              <a:gd name="connsiteY2" fmla="*/ 231 h 3804546"/>
              <a:gd name="connsiteX3" fmla="*/ 3585010 w 5511595"/>
              <a:gd name="connsiteY3" fmla="*/ 3804546 h 3804546"/>
              <a:gd name="connsiteX4" fmla="*/ 0 w 5511595"/>
              <a:gd name="connsiteY4" fmla="*/ 3656678 h 3804546"/>
              <a:gd name="connsiteX0" fmla="*/ 0 w 5761626"/>
              <a:gd name="connsiteY0" fmla="*/ 3804315 h 3804546"/>
              <a:gd name="connsiteX1" fmla="*/ 1922820 w 5761626"/>
              <a:gd name="connsiteY1" fmla="*/ 0 h 3804546"/>
              <a:gd name="connsiteX2" fmla="*/ 5761626 w 5761626"/>
              <a:gd name="connsiteY2" fmla="*/ 231 h 3804546"/>
              <a:gd name="connsiteX3" fmla="*/ 3835041 w 5761626"/>
              <a:gd name="connsiteY3" fmla="*/ 3804546 h 3804546"/>
              <a:gd name="connsiteX4" fmla="*/ 0 w 5761626"/>
              <a:gd name="connsiteY4" fmla="*/ 3804315 h 3804546"/>
              <a:gd name="connsiteX0" fmla="*/ 0 w 5761626"/>
              <a:gd name="connsiteY0" fmla="*/ 3813811 h 3814042"/>
              <a:gd name="connsiteX1" fmla="*/ 1217596 w 5761626"/>
              <a:gd name="connsiteY1" fmla="*/ 0 h 3814042"/>
              <a:gd name="connsiteX2" fmla="*/ 5761626 w 5761626"/>
              <a:gd name="connsiteY2" fmla="*/ 9727 h 3814042"/>
              <a:gd name="connsiteX3" fmla="*/ 3835041 w 5761626"/>
              <a:gd name="connsiteY3" fmla="*/ 3814042 h 3814042"/>
              <a:gd name="connsiteX4" fmla="*/ 0 w 5761626"/>
              <a:gd name="connsiteY4" fmla="*/ 3813811 h 3814042"/>
              <a:gd name="connsiteX0" fmla="*/ 0 w 4153955"/>
              <a:gd name="connsiteY0" fmla="*/ 3813811 h 3814042"/>
              <a:gd name="connsiteX1" fmla="*/ 1217596 w 4153955"/>
              <a:gd name="connsiteY1" fmla="*/ 0 h 3814042"/>
              <a:gd name="connsiteX2" fmla="*/ 4153955 w 4153955"/>
              <a:gd name="connsiteY2" fmla="*/ 28721 h 3814042"/>
              <a:gd name="connsiteX3" fmla="*/ 3835041 w 4153955"/>
              <a:gd name="connsiteY3" fmla="*/ 3814042 h 3814042"/>
              <a:gd name="connsiteX4" fmla="*/ 0 w 4153955"/>
              <a:gd name="connsiteY4" fmla="*/ 3813811 h 3814042"/>
              <a:gd name="connsiteX0" fmla="*/ 0 w 5056403"/>
              <a:gd name="connsiteY0" fmla="*/ 3813811 h 3814042"/>
              <a:gd name="connsiteX1" fmla="*/ 1217596 w 5056403"/>
              <a:gd name="connsiteY1" fmla="*/ 0 h 3814042"/>
              <a:gd name="connsiteX2" fmla="*/ 5056403 w 5056403"/>
              <a:gd name="connsiteY2" fmla="*/ 230 h 3814042"/>
              <a:gd name="connsiteX3" fmla="*/ 3835041 w 5056403"/>
              <a:gd name="connsiteY3" fmla="*/ 3814042 h 3814042"/>
              <a:gd name="connsiteX4" fmla="*/ 0 w 5056403"/>
              <a:gd name="connsiteY4" fmla="*/ 3813811 h 3814042"/>
              <a:gd name="connsiteX0" fmla="*/ 0 w 5058901"/>
              <a:gd name="connsiteY0" fmla="*/ 3813811 h 3814042"/>
              <a:gd name="connsiteX1" fmla="*/ 1217596 w 5058901"/>
              <a:gd name="connsiteY1" fmla="*/ 0 h 3814042"/>
              <a:gd name="connsiteX2" fmla="*/ 5058901 w 5058901"/>
              <a:gd name="connsiteY2" fmla="*/ 12141 h 3814042"/>
              <a:gd name="connsiteX3" fmla="*/ 3835041 w 5058901"/>
              <a:gd name="connsiteY3" fmla="*/ 3814042 h 3814042"/>
              <a:gd name="connsiteX4" fmla="*/ 0 w 5058901"/>
              <a:gd name="connsiteY4" fmla="*/ 3813811 h 3814042"/>
              <a:gd name="connsiteX0" fmla="*/ 0 w 5058901"/>
              <a:gd name="connsiteY0" fmla="*/ 3809840 h 3810071"/>
              <a:gd name="connsiteX1" fmla="*/ 1215098 w 5058901"/>
              <a:gd name="connsiteY1" fmla="*/ 0 h 3810071"/>
              <a:gd name="connsiteX2" fmla="*/ 5058901 w 5058901"/>
              <a:gd name="connsiteY2" fmla="*/ 8170 h 3810071"/>
              <a:gd name="connsiteX3" fmla="*/ 3835041 w 5058901"/>
              <a:gd name="connsiteY3" fmla="*/ 3810071 h 3810071"/>
              <a:gd name="connsiteX4" fmla="*/ 0 w 5058901"/>
              <a:gd name="connsiteY4" fmla="*/ 3809840 h 3810071"/>
              <a:gd name="connsiteX0" fmla="*/ 0 w 5058901"/>
              <a:gd name="connsiteY0" fmla="*/ 3801899 h 3802130"/>
              <a:gd name="connsiteX1" fmla="*/ 1215098 w 5058901"/>
              <a:gd name="connsiteY1" fmla="*/ 0 h 3802130"/>
              <a:gd name="connsiteX2" fmla="*/ 5058901 w 5058901"/>
              <a:gd name="connsiteY2" fmla="*/ 229 h 3802130"/>
              <a:gd name="connsiteX3" fmla="*/ 3835041 w 5058901"/>
              <a:gd name="connsiteY3" fmla="*/ 3802130 h 3802130"/>
              <a:gd name="connsiteX4" fmla="*/ 0 w 5058901"/>
              <a:gd name="connsiteY4" fmla="*/ 3801899 h 3802130"/>
              <a:gd name="connsiteX0" fmla="*/ 0 w 5051406"/>
              <a:gd name="connsiteY0" fmla="*/ 3801899 h 3802130"/>
              <a:gd name="connsiteX1" fmla="*/ 1215098 w 5051406"/>
              <a:gd name="connsiteY1" fmla="*/ 0 h 3802130"/>
              <a:gd name="connsiteX2" fmla="*/ 5051406 w 5051406"/>
              <a:gd name="connsiteY2" fmla="*/ 229 h 3802130"/>
              <a:gd name="connsiteX3" fmla="*/ 3835041 w 5051406"/>
              <a:gd name="connsiteY3" fmla="*/ 3802130 h 3802130"/>
              <a:gd name="connsiteX4" fmla="*/ 0 w 5051406"/>
              <a:gd name="connsiteY4" fmla="*/ 3801899 h 3802130"/>
              <a:gd name="connsiteX0" fmla="*/ 0 w 5051406"/>
              <a:gd name="connsiteY0" fmla="*/ 4028058 h 4028289"/>
              <a:gd name="connsiteX1" fmla="*/ 1279142 w 5051406"/>
              <a:gd name="connsiteY1" fmla="*/ 0 h 4028289"/>
              <a:gd name="connsiteX2" fmla="*/ 5051406 w 5051406"/>
              <a:gd name="connsiteY2" fmla="*/ 226388 h 4028289"/>
              <a:gd name="connsiteX3" fmla="*/ 3835041 w 5051406"/>
              <a:gd name="connsiteY3" fmla="*/ 4028289 h 4028289"/>
              <a:gd name="connsiteX4" fmla="*/ 0 w 5051406"/>
              <a:gd name="connsiteY4" fmla="*/ 4028058 h 4028289"/>
              <a:gd name="connsiteX0" fmla="*/ 0 w 5051406"/>
              <a:gd name="connsiteY0" fmla="*/ 4028058 h 4028059"/>
              <a:gd name="connsiteX1" fmla="*/ 1279142 w 5051406"/>
              <a:gd name="connsiteY1" fmla="*/ 0 h 4028059"/>
              <a:gd name="connsiteX2" fmla="*/ 5051406 w 5051406"/>
              <a:gd name="connsiteY2" fmla="*/ 226388 h 4028059"/>
              <a:gd name="connsiteX3" fmla="*/ 3539729 w 5051406"/>
              <a:gd name="connsiteY3" fmla="*/ 3632510 h 4028059"/>
              <a:gd name="connsiteX4" fmla="*/ 0 w 5051406"/>
              <a:gd name="connsiteY4" fmla="*/ 4028058 h 4028059"/>
              <a:gd name="connsiteX0" fmla="*/ 0 w 5051406"/>
              <a:gd name="connsiteY0" fmla="*/ 4028058 h 4028057"/>
              <a:gd name="connsiteX1" fmla="*/ 1279142 w 5051406"/>
              <a:gd name="connsiteY1" fmla="*/ 0 h 4028057"/>
              <a:gd name="connsiteX2" fmla="*/ 5051406 w 5051406"/>
              <a:gd name="connsiteY2" fmla="*/ 226388 h 4028057"/>
              <a:gd name="connsiteX3" fmla="*/ 3763882 w 5051406"/>
              <a:gd name="connsiteY3" fmla="*/ 4022635 h 4028057"/>
              <a:gd name="connsiteX4" fmla="*/ 0 w 5051406"/>
              <a:gd name="connsiteY4" fmla="*/ 4028058 h 4028057"/>
              <a:gd name="connsiteX0" fmla="*/ 0 w 5054964"/>
              <a:gd name="connsiteY0" fmla="*/ 4039137 h 4039138"/>
              <a:gd name="connsiteX1" fmla="*/ 1279142 w 5054964"/>
              <a:gd name="connsiteY1" fmla="*/ 11079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366 h 4039365"/>
              <a:gd name="connsiteX1" fmla="*/ 1453483 w 5054964"/>
              <a:gd name="connsiteY1" fmla="*/ 0 h 4039365"/>
              <a:gd name="connsiteX2" fmla="*/ 5054964 w 5054964"/>
              <a:gd name="connsiteY2" fmla="*/ 229 h 4039365"/>
              <a:gd name="connsiteX3" fmla="*/ 3763882 w 5054964"/>
              <a:gd name="connsiteY3" fmla="*/ 4033943 h 4039365"/>
              <a:gd name="connsiteX4" fmla="*/ 0 w 5054964"/>
              <a:gd name="connsiteY4" fmla="*/ 4039366 h 4039365"/>
              <a:gd name="connsiteX0" fmla="*/ 0 w 5054964"/>
              <a:gd name="connsiteY0" fmla="*/ 4039137 h 4039138"/>
              <a:gd name="connsiteX1" fmla="*/ 1282700 w 5054964"/>
              <a:gd name="connsiteY1" fmla="*/ 5425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137 h 4040572"/>
              <a:gd name="connsiteX1" fmla="*/ 1282700 w 5054964"/>
              <a:gd name="connsiteY1" fmla="*/ 5425 h 4040572"/>
              <a:gd name="connsiteX2" fmla="*/ 5054964 w 5054964"/>
              <a:gd name="connsiteY2" fmla="*/ 0 h 4040572"/>
              <a:gd name="connsiteX3" fmla="*/ 3926959 w 5054964"/>
              <a:gd name="connsiteY3" fmla="*/ 4040572 h 4040572"/>
              <a:gd name="connsiteX4" fmla="*/ 0 w 5054964"/>
              <a:gd name="connsiteY4" fmla="*/ 4039137 h 4040572"/>
              <a:gd name="connsiteX0" fmla="*/ 0 w 5054964"/>
              <a:gd name="connsiteY0" fmla="*/ 4039137 h 4039137"/>
              <a:gd name="connsiteX1" fmla="*/ 1282700 w 5054964"/>
              <a:gd name="connsiteY1" fmla="*/ 5425 h 4039137"/>
              <a:gd name="connsiteX2" fmla="*/ 5054964 w 5054964"/>
              <a:gd name="connsiteY2" fmla="*/ 0 h 4039137"/>
              <a:gd name="connsiteX3" fmla="*/ 3929871 w 5054964"/>
              <a:gd name="connsiteY3" fmla="*/ 4038286 h 4039137"/>
              <a:gd name="connsiteX4" fmla="*/ 0 w 5054964"/>
              <a:gd name="connsiteY4" fmla="*/ 4039137 h 4039137"/>
              <a:gd name="connsiteX0" fmla="*/ 0 w 5054964"/>
              <a:gd name="connsiteY0" fmla="*/ 4039137 h 4039137"/>
              <a:gd name="connsiteX1" fmla="*/ 1282700 w 5054964"/>
              <a:gd name="connsiteY1" fmla="*/ 5425 h 4039137"/>
              <a:gd name="connsiteX2" fmla="*/ 5054964 w 5054964"/>
              <a:gd name="connsiteY2" fmla="*/ 0 h 4039137"/>
              <a:gd name="connsiteX3" fmla="*/ 3947344 w 5054964"/>
              <a:gd name="connsiteY3" fmla="*/ 4038286 h 4039137"/>
              <a:gd name="connsiteX4" fmla="*/ 0 w 5054964"/>
              <a:gd name="connsiteY4" fmla="*/ 4039137 h 4039137"/>
              <a:gd name="connsiteX0" fmla="*/ 0 w 5060788"/>
              <a:gd name="connsiteY0" fmla="*/ 4041423 h 4041423"/>
              <a:gd name="connsiteX1" fmla="*/ 1288524 w 5060788"/>
              <a:gd name="connsiteY1" fmla="*/ 5425 h 4041423"/>
              <a:gd name="connsiteX2" fmla="*/ 5060788 w 5060788"/>
              <a:gd name="connsiteY2" fmla="*/ 0 h 4041423"/>
              <a:gd name="connsiteX3" fmla="*/ 3953168 w 5060788"/>
              <a:gd name="connsiteY3" fmla="*/ 4038286 h 4041423"/>
              <a:gd name="connsiteX4" fmla="*/ 0 w 5060788"/>
              <a:gd name="connsiteY4" fmla="*/ 4041423 h 4041423"/>
              <a:gd name="connsiteX0" fmla="*/ 0 w 5060788"/>
              <a:gd name="connsiteY0" fmla="*/ 4041423 h 4041423"/>
              <a:gd name="connsiteX1" fmla="*/ 2642651 w 5060788"/>
              <a:gd name="connsiteY1" fmla="*/ 853 h 4041423"/>
              <a:gd name="connsiteX2" fmla="*/ 5060788 w 5060788"/>
              <a:gd name="connsiteY2" fmla="*/ 0 h 4041423"/>
              <a:gd name="connsiteX3" fmla="*/ 3953168 w 5060788"/>
              <a:gd name="connsiteY3" fmla="*/ 4038286 h 4041423"/>
              <a:gd name="connsiteX4" fmla="*/ 0 w 5060788"/>
              <a:gd name="connsiteY4" fmla="*/ 4041423 h 4041423"/>
              <a:gd name="connsiteX0" fmla="*/ 0 w 4347323"/>
              <a:gd name="connsiteY0" fmla="*/ 4045995 h 4045995"/>
              <a:gd name="connsiteX1" fmla="*/ 2642651 w 4347323"/>
              <a:gd name="connsiteY1" fmla="*/ 5425 h 4045995"/>
              <a:gd name="connsiteX2" fmla="*/ 4347323 w 4347323"/>
              <a:gd name="connsiteY2" fmla="*/ 0 h 4045995"/>
              <a:gd name="connsiteX3" fmla="*/ 3953168 w 4347323"/>
              <a:gd name="connsiteY3" fmla="*/ 4042858 h 4045995"/>
              <a:gd name="connsiteX4" fmla="*/ 0 w 4347323"/>
              <a:gd name="connsiteY4" fmla="*/ 4045995 h 4045995"/>
              <a:gd name="connsiteX0" fmla="*/ 0 w 3953168"/>
              <a:gd name="connsiteY0" fmla="*/ 4043709 h 4043709"/>
              <a:gd name="connsiteX1" fmla="*/ 2642651 w 3953168"/>
              <a:gd name="connsiteY1" fmla="*/ 3139 h 4043709"/>
              <a:gd name="connsiteX2" fmla="*/ 3537758 w 3953168"/>
              <a:gd name="connsiteY2" fmla="*/ 0 h 4043709"/>
              <a:gd name="connsiteX3" fmla="*/ 3953168 w 3953168"/>
              <a:gd name="connsiteY3" fmla="*/ 4040572 h 4043709"/>
              <a:gd name="connsiteX4" fmla="*/ 0 w 3953168"/>
              <a:gd name="connsiteY4" fmla="*/ 4043709 h 4043709"/>
              <a:gd name="connsiteX0" fmla="*/ 0 w 3953168"/>
              <a:gd name="connsiteY0" fmla="*/ 4043709 h 4043709"/>
              <a:gd name="connsiteX1" fmla="*/ 2642651 w 3953168"/>
              <a:gd name="connsiteY1" fmla="*/ 3139 h 4043709"/>
              <a:gd name="connsiteX2" fmla="*/ 3537758 w 3953168"/>
              <a:gd name="connsiteY2" fmla="*/ 0 h 4043709"/>
              <a:gd name="connsiteX3" fmla="*/ 3611785 w 3953168"/>
              <a:gd name="connsiteY3" fmla="*/ 694979 h 4043709"/>
              <a:gd name="connsiteX4" fmla="*/ 3953168 w 3953168"/>
              <a:gd name="connsiteY4" fmla="*/ 4040572 h 4043709"/>
              <a:gd name="connsiteX5" fmla="*/ 0 w 3953168"/>
              <a:gd name="connsiteY5" fmla="*/ 4043709 h 4043709"/>
              <a:gd name="connsiteX0" fmla="*/ 0 w 4750417"/>
              <a:gd name="connsiteY0" fmla="*/ 4043709 h 4043709"/>
              <a:gd name="connsiteX1" fmla="*/ 2642651 w 4750417"/>
              <a:gd name="connsiteY1" fmla="*/ 3139 h 4043709"/>
              <a:gd name="connsiteX2" fmla="*/ 3537758 w 4750417"/>
              <a:gd name="connsiteY2" fmla="*/ 0 h 4043709"/>
              <a:gd name="connsiteX3" fmla="*/ 4750417 w 4750417"/>
              <a:gd name="connsiteY3" fmla="*/ 1924908 h 4043709"/>
              <a:gd name="connsiteX4" fmla="*/ 3953168 w 4750417"/>
              <a:gd name="connsiteY4" fmla="*/ 4040572 h 4043709"/>
              <a:gd name="connsiteX5" fmla="*/ 0 w 4750417"/>
              <a:gd name="connsiteY5" fmla="*/ 4043709 h 4043709"/>
              <a:gd name="connsiteX0" fmla="*/ 0 w 5015418"/>
              <a:gd name="connsiteY0" fmla="*/ 4043709 h 4043709"/>
              <a:gd name="connsiteX1" fmla="*/ 2642651 w 5015418"/>
              <a:gd name="connsiteY1" fmla="*/ 3139 h 4043709"/>
              <a:gd name="connsiteX2" fmla="*/ 3537758 w 5015418"/>
              <a:gd name="connsiteY2" fmla="*/ 0 h 4043709"/>
              <a:gd name="connsiteX3" fmla="*/ 5015418 w 5015418"/>
              <a:gd name="connsiteY3" fmla="*/ 2340981 h 4043709"/>
              <a:gd name="connsiteX4" fmla="*/ 3953168 w 5015418"/>
              <a:gd name="connsiteY4" fmla="*/ 4040572 h 4043709"/>
              <a:gd name="connsiteX5" fmla="*/ 0 w 5015418"/>
              <a:gd name="connsiteY5" fmla="*/ 4043709 h 4043709"/>
              <a:gd name="connsiteX0" fmla="*/ 0 w 5015418"/>
              <a:gd name="connsiteY0" fmla="*/ 4041423 h 4041423"/>
              <a:gd name="connsiteX1" fmla="*/ 2642651 w 5015418"/>
              <a:gd name="connsiteY1" fmla="*/ 853 h 4041423"/>
              <a:gd name="connsiteX2" fmla="*/ 3523197 w 5015418"/>
              <a:gd name="connsiteY2" fmla="*/ 0 h 4041423"/>
              <a:gd name="connsiteX3" fmla="*/ 5015418 w 5015418"/>
              <a:gd name="connsiteY3" fmla="*/ 2338695 h 4041423"/>
              <a:gd name="connsiteX4" fmla="*/ 3953168 w 5015418"/>
              <a:gd name="connsiteY4" fmla="*/ 4038286 h 4041423"/>
              <a:gd name="connsiteX5" fmla="*/ 0 w 5015418"/>
              <a:gd name="connsiteY5" fmla="*/ 4041423 h 4041423"/>
              <a:gd name="connsiteX0" fmla="*/ 0 w 4817395"/>
              <a:gd name="connsiteY0" fmla="*/ 4041423 h 4041423"/>
              <a:gd name="connsiteX1" fmla="*/ 2642651 w 4817395"/>
              <a:gd name="connsiteY1" fmla="*/ 853 h 4041423"/>
              <a:gd name="connsiteX2" fmla="*/ 3523197 w 4817395"/>
              <a:gd name="connsiteY2" fmla="*/ 0 h 4041423"/>
              <a:gd name="connsiteX3" fmla="*/ 4817395 w 4817395"/>
              <a:gd name="connsiteY3" fmla="*/ 2338695 h 4041423"/>
              <a:gd name="connsiteX4" fmla="*/ 3953168 w 4817395"/>
              <a:gd name="connsiteY4" fmla="*/ 4038286 h 4041423"/>
              <a:gd name="connsiteX5" fmla="*/ 0 w 4817395"/>
              <a:gd name="connsiteY5" fmla="*/ 4041423 h 4041423"/>
              <a:gd name="connsiteX0" fmla="*/ 0 w 5018330"/>
              <a:gd name="connsiteY0" fmla="*/ 4041423 h 4041423"/>
              <a:gd name="connsiteX1" fmla="*/ 2642651 w 5018330"/>
              <a:gd name="connsiteY1" fmla="*/ 853 h 4041423"/>
              <a:gd name="connsiteX2" fmla="*/ 3523197 w 5018330"/>
              <a:gd name="connsiteY2" fmla="*/ 0 h 4041423"/>
              <a:gd name="connsiteX3" fmla="*/ 5018330 w 5018330"/>
              <a:gd name="connsiteY3" fmla="*/ 2334123 h 4041423"/>
              <a:gd name="connsiteX4" fmla="*/ 3953168 w 5018330"/>
              <a:gd name="connsiteY4" fmla="*/ 4038286 h 4041423"/>
              <a:gd name="connsiteX5" fmla="*/ 0 w 5018330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3197 w 5021242"/>
              <a:gd name="connsiteY2" fmla="*/ 0 h 4041423"/>
              <a:gd name="connsiteX3" fmla="*/ 5021242 w 5021242"/>
              <a:gd name="connsiteY3" fmla="*/ 2334123 h 4041423"/>
              <a:gd name="connsiteX4" fmla="*/ 3953168 w 5021242"/>
              <a:gd name="connsiteY4" fmla="*/ 4038286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34123 h 4041423"/>
              <a:gd name="connsiteX4" fmla="*/ 3953168 w 5021242"/>
              <a:gd name="connsiteY4" fmla="*/ 4038286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34123 h 4041423"/>
              <a:gd name="connsiteX4" fmla="*/ 3935695 w 5021242"/>
              <a:gd name="connsiteY4" fmla="*/ 4036000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935695 w 5021242"/>
              <a:gd name="connsiteY4" fmla="*/ 4036000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815680 w 5021242"/>
              <a:gd name="connsiteY4" fmla="*/ 3899162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929980 w 5021242"/>
              <a:gd name="connsiteY4" fmla="*/ 4040486 h 4041423"/>
              <a:gd name="connsiteX5" fmla="*/ 0 w 5021242"/>
              <a:gd name="connsiteY5" fmla="*/ 4041423 h 4041423"/>
              <a:gd name="connsiteX0" fmla="*/ 0 w 5021242"/>
              <a:gd name="connsiteY0" fmla="*/ 4040570 h 4040570"/>
              <a:gd name="connsiteX1" fmla="*/ 2642651 w 5021242"/>
              <a:gd name="connsiteY1" fmla="*/ 0 h 4040570"/>
              <a:gd name="connsiteX2" fmla="*/ 3426151 w 5021242"/>
              <a:gd name="connsiteY2" fmla="*/ 79877 h 4040570"/>
              <a:gd name="connsiteX3" fmla="*/ 5021242 w 5021242"/>
              <a:gd name="connsiteY3" fmla="*/ 2341816 h 4040570"/>
              <a:gd name="connsiteX4" fmla="*/ 3929980 w 5021242"/>
              <a:gd name="connsiteY4" fmla="*/ 4039633 h 4040570"/>
              <a:gd name="connsiteX5" fmla="*/ 0 w 5021242"/>
              <a:gd name="connsiteY5" fmla="*/ 4040570 h 4040570"/>
              <a:gd name="connsiteX0" fmla="*/ 0 w 5021242"/>
              <a:gd name="connsiteY0" fmla="*/ 4041421 h 4041421"/>
              <a:gd name="connsiteX1" fmla="*/ 2642651 w 5021242"/>
              <a:gd name="connsiteY1" fmla="*/ 851 h 4041421"/>
              <a:gd name="connsiteX2" fmla="*/ 3520448 w 5021242"/>
              <a:gd name="connsiteY2" fmla="*/ 0 h 4041421"/>
              <a:gd name="connsiteX3" fmla="*/ 5021242 w 5021242"/>
              <a:gd name="connsiteY3" fmla="*/ 2342667 h 4041421"/>
              <a:gd name="connsiteX4" fmla="*/ 3929980 w 5021242"/>
              <a:gd name="connsiteY4" fmla="*/ 4040484 h 4041421"/>
              <a:gd name="connsiteX5" fmla="*/ 0 w 5021242"/>
              <a:gd name="connsiteY5" fmla="*/ 4041421 h 4041421"/>
              <a:gd name="connsiteX0" fmla="*/ 0 w 5021242"/>
              <a:gd name="connsiteY0" fmla="*/ 4040570 h 4040570"/>
              <a:gd name="connsiteX1" fmla="*/ 2642651 w 5021242"/>
              <a:gd name="connsiteY1" fmla="*/ 0 h 4040570"/>
              <a:gd name="connsiteX2" fmla="*/ 3440438 w 5021242"/>
              <a:gd name="connsiteY2" fmla="*/ 1395 h 4040570"/>
              <a:gd name="connsiteX3" fmla="*/ 5021242 w 5021242"/>
              <a:gd name="connsiteY3" fmla="*/ 2341816 h 4040570"/>
              <a:gd name="connsiteX4" fmla="*/ 3929980 w 5021242"/>
              <a:gd name="connsiteY4" fmla="*/ 4039633 h 4040570"/>
              <a:gd name="connsiteX5" fmla="*/ 0 w 5021242"/>
              <a:gd name="connsiteY5" fmla="*/ 4040570 h 4040570"/>
              <a:gd name="connsiteX0" fmla="*/ 0 w 5021242"/>
              <a:gd name="connsiteY0" fmla="*/ 4043666 h 4043666"/>
              <a:gd name="connsiteX1" fmla="*/ 2642651 w 5021242"/>
              <a:gd name="connsiteY1" fmla="*/ 3096 h 4043666"/>
              <a:gd name="connsiteX2" fmla="*/ 3529020 w 5021242"/>
              <a:gd name="connsiteY2" fmla="*/ 0 h 4043666"/>
              <a:gd name="connsiteX3" fmla="*/ 5021242 w 5021242"/>
              <a:gd name="connsiteY3" fmla="*/ 2344912 h 4043666"/>
              <a:gd name="connsiteX4" fmla="*/ 3929980 w 5021242"/>
              <a:gd name="connsiteY4" fmla="*/ 4042729 h 4043666"/>
              <a:gd name="connsiteX5" fmla="*/ 0 w 5021242"/>
              <a:gd name="connsiteY5" fmla="*/ 4043666 h 4043666"/>
              <a:gd name="connsiteX0" fmla="*/ 0 w 5021242"/>
              <a:gd name="connsiteY0" fmla="*/ 4045061 h 4045061"/>
              <a:gd name="connsiteX1" fmla="*/ 2654081 w 5021242"/>
              <a:gd name="connsiteY1" fmla="*/ 0 h 4045061"/>
              <a:gd name="connsiteX2" fmla="*/ 3529020 w 5021242"/>
              <a:gd name="connsiteY2" fmla="*/ 1395 h 4045061"/>
              <a:gd name="connsiteX3" fmla="*/ 5021242 w 5021242"/>
              <a:gd name="connsiteY3" fmla="*/ 2346307 h 4045061"/>
              <a:gd name="connsiteX4" fmla="*/ 3929980 w 5021242"/>
              <a:gd name="connsiteY4" fmla="*/ 4044124 h 4045061"/>
              <a:gd name="connsiteX5" fmla="*/ 0 w 5021242"/>
              <a:gd name="connsiteY5" fmla="*/ 4045061 h 4045061"/>
              <a:gd name="connsiteX0" fmla="*/ 0 w 5021242"/>
              <a:gd name="connsiteY0" fmla="*/ 4043666 h 4043666"/>
              <a:gd name="connsiteX1" fmla="*/ 2654081 w 5021242"/>
              <a:gd name="connsiteY1" fmla="*/ 851 h 4043666"/>
              <a:gd name="connsiteX2" fmla="*/ 3529020 w 5021242"/>
              <a:gd name="connsiteY2" fmla="*/ 0 h 4043666"/>
              <a:gd name="connsiteX3" fmla="*/ 5021242 w 5021242"/>
              <a:gd name="connsiteY3" fmla="*/ 2344912 h 4043666"/>
              <a:gd name="connsiteX4" fmla="*/ 3929980 w 5021242"/>
              <a:gd name="connsiteY4" fmla="*/ 4042729 h 4043666"/>
              <a:gd name="connsiteX5" fmla="*/ 0 w 5021242"/>
              <a:gd name="connsiteY5" fmla="*/ 4043666 h 4043666"/>
              <a:gd name="connsiteX0" fmla="*/ 0 w 4884082"/>
              <a:gd name="connsiteY0" fmla="*/ 4043666 h 4043666"/>
              <a:gd name="connsiteX1" fmla="*/ 2654081 w 4884082"/>
              <a:gd name="connsiteY1" fmla="*/ 851 h 4043666"/>
              <a:gd name="connsiteX2" fmla="*/ 3529020 w 4884082"/>
              <a:gd name="connsiteY2" fmla="*/ 0 h 4043666"/>
              <a:gd name="connsiteX3" fmla="*/ 4884082 w 4884082"/>
              <a:gd name="connsiteY3" fmla="*/ 2342667 h 4043666"/>
              <a:gd name="connsiteX4" fmla="*/ 3929980 w 4884082"/>
              <a:gd name="connsiteY4" fmla="*/ 4042729 h 4043666"/>
              <a:gd name="connsiteX5" fmla="*/ 0 w 4884082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929980 w 5018385"/>
              <a:gd name="connsiteY4" fmla="*/ 4042729 h 4043666"/>
              <a:gd name="connsiteX5" fmla="*/ 0 w 5018385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787105 w 5018385"/>
              <a:gd name="connsiteY4" fmla="*/ 3959656 h 4043666"/>
              <a:gd name="connsiteX5" fmla="*/ 0 w 5018385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935695 w 5018385"/>
              <a:gd name="connsiteY4" fmla="*/ 4042729 h 4043666"/>
              <a:gd name="connsiteX5" fmla="*/ 0 w 5018385"/>
              <a:gd name="connsiteY5" fmla="*/ 4043666 h 4043666"/>
              <a:gd name="connsiteX0" fmla="*/ 0 w 4992667"/>
              <a:gd name="connsiteY0" fmla="*/ 4005497 h 4042729"/>
              <a:gd name="connsiteX1" fmla="*/ 2628363 w 4992667"/>
              <a:gd name="connsiteY1" fmla="*/ 851 h 4042729"/>
              <a:gd name="connsiteX2" fmla="*/ 3503302 w 4992667"/>
              <a:gd name="connsiteY2" fmla="*/ 0 h 4042729"/>
              <a:gd name="connsiteX3" fmla="*/ 4992667 w 4992667"/>
              <a:gd name="connsiteY3" fmla="*/ 2344912 h 4042729"/>
              <a:gd name="connsiteX4" fmla="*/ 3909977 w 4992667"/>
              <a:gd name="connsiteY4" fmla="*/ 4042729 h 4042729"/>
              <a:gd name="connsiteX5" fmla="*/ 0 w 4992667"/>
              <a:gd name="connsiteY5" fmla="*/ 4005497 h 4042729"/>
              <a:gd name="connsiteX0" fmla="*/ 0 w 5015527"/>
              <a:gd name="connsiteY0" fmla="*/ 4045911 h 4045911"/>
              <a:gd name="connsiteX1" fmla="*/ 2651223 w 5015527"/>
              <a:gd name="connsiteY1" fmla="*/ 851 h 4045911"/>
              <a:gd name="connsiteX2" fmla="*/ 3526162 w 5015527"/>
              <a:gd name="connsiteY2" fmla="*/ 0 h 4045911"/>
              <a:gd name="connsiteX3" fmla="*/ 5015527 w 5015527"/>
              <a:gd name="connsiteY3" fmla="*/ 2344912 h 4045911"/>
              <a:gd name="connsiteX4" fmla="*/ 3932837 w 5015527"/>
              <a:gd name="connsiteY4" fmla="*/ 4042729 h 4045911"/>
              <a:gd name="connsiteX5" fmla="*/ 0 w 5015527"/>
              <a:gd name="connsiteY5" fmla="*/ 4045911 h 4045911"/>
              <a:gd name="connsiteX0" fmla="*/ 0 w 5015527"/>
              <a:gd name="connsiteY0" fmla="*/ 4045911 h 4047058"/>
              <a:gd name="connsiteX1" fmla="*/ 2651223 w 5015527"/>
              <a:gd name="connsiteY1" fmla="*/ 851 h 4047058"/>
              <a:gd name="connsiteX2" fmla="*/ 3526162 w 5015527"/>
              <a:gd name="connsiteY2" fmla="*/ 0 h 4047058"/>
              <a:gd name="connsiteX3" fmla="*/ 5015527 w 5015527"/>
              <a:gd name="connsiteY3" fmla="*/ 2344912 h 4047058"/>
              <a:gd name="connsiteX4" fmla="*/ 3930083 w 5015527"/>
              <a:gd name="connsiteY4" fmla="*/ 4047058 h 4047058"/>
              <a:gd name="connsiteX5" fmla="*/ 0 w 5015527"/>
              <a:gd name="connsiteY5" fmla="*/ 4045911 h 4047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15527" h="4047058">
                <a:moveTo>
                  <a:pt x="0" y="4045911"/>
                </a:moveTo>
                <a:lnTo>
                  <a:pt x="2651223" y="851"/>
                </a:lnTo>
                <a:lnTo>
                  <a:pt x="3526162" y="0"/>
                </a:lnTo>
                <a:lnTo>
                  <a:pt x="5015527" y="2344912"/>
                </a:lnTo>
                <a:lnTo>
                  <a:pt x="3930083" y="4047058"/>
                </a:lnTo>
                <a:lnTo>
                  <a:pt x="0" y="4045911"/>
                </a:ln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576000" bIns="0" anchor="ctr" anchorCtr="0"/>
          <a:lstStyle>
            <a:lvl1pPr>
              <a:defRPr lang="en-GB" sz="1200" dirty="0"/>
            </a:lvl1pPr>
          </a:lstStyle>
          <a:p>
            <a:pPr lvl="0" algn="ctr"/>
            <a:r>
              <a:rPr lang="de-DE"/>
              <a:t>Bild durch Klicken auf Symbol hinzufügen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6171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Dan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"/>
          <p:cNvSpPr>
            <a:spLocks noGrp="1"/>
          </p:cNvSpPr>
          <p:nvPr userDrawn="1">
            <p:ph idx="1"/>
          </p:nvPr>
        </p:nvSpPr>
        <p:spPr>
          <a:xfrm>
            <a:off x="537088" y="2203886"/>
            <a:ext cx="8058370" cy="1618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ts val="1200"/>
              </a:lnSpc>
              <a:defRPr sz="100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8673C2C9-9E24-45D3-9F6E-00D1E769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6AC34E01-B86D-4E79-B903-69D57631908F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4A70D063-63E3-43E9-943C-6A353929813F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0D4017EB-B2A5-4D7A-8CBD-CC6EF0BE4BD1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Parallelogramm 14">
              <a:extLst>
                <a:ext uri="{FF2B5EF4-FFF2-40B4-BE49-F238E27FC236}">
                  <a16:creationId xmlns:a16="http://schemas.microsoft.com/office/drawing/2014/main" id="{FBC19C50-14C1-468C-8A9D-02D7A3C2DF00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Parallelogramm 15">
              <a:extLst>
                <a:ext uri="{FF2B5EF4-FFF2-40B4-BE49-F238E27FC236}">
                  <a16:creationId xmlns:a16="http://schemas.microsoft.com/office/drawing/2014/main" id="{8318208A-96C9-4F6C-8572-61552609AB5C}"/>
                </a:ext>
              </a:extLst>
            </p:cNvPr>
            <p:cNvSpPr/>
            <p:nvPr userDrawn="1"/>
          </p:nvSpPr>
          <p:spPr>
            <a:xfrm flipH="1">
              <a:off x="2100964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095239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6"/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806450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F43B2504-42AC-4E72-9113-E76B6A874D7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42EF577-F4D3-4B0A-8077-9E06A3990DAD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8DD5B98-E9F1-467E-8733-857DEE697479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BE8EEFA4-11A4-4408-B7D0-CBFCD64BF3DD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Parallelogramm 23">
              <a:extLst>
                <a:ext uri="{FF2B5EF4-FFF2-40B4-BE49-F238E27FC236}">
                  <a16:creationId xmlns:a16="http://schemas.microsoft.com/office/drawing/2014/main" id="{74288184-4316-41CE-AE8A-B35FB0A42461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Parallelogramm 24">
              <a:extLst>
                <a:ext uri="{FF2B5EF4-FFF2-40B4-BE49-F238E27FC236}">
                  <a16:creationId xmlns:a16="http://schemas.microsoft.com/office/drawing/2014/main" id="{9B6814A7-8785-4B4B-9EA9-014C323CDF89}"/>
                </a:ext>
              </a:extLst>
            </p:cNvPr>
            <p:cNvSpPr/>
            <p:nvPr userDrawn="1"/>
          </p:nvSpPr>
          <p:spPr>
            <a:xfrm flipH="1">
              <a:off x="2100964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48217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75A22F8-0A71-4529-8960-FCF5CDDCF095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48B6365F-95C1-4FE9-9C40-4374CEDB805D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FF607E98-A967-47E8-AC93-F4B736B27BAF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Parallelogramm 16">
              <a:extLst>
                <a:ext uri="{FF2B5EF4-FFF2-40B4-BE49-F238E27FC236}">
                  <a16:creationId xmlns:a16="http://schemas.microsoft.com/office/drawing/2014/main" id="{EFCC955A-26ED-4CAE-951B-FFB8DC18BD41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Parallelogramm 17">
              <a:extLst>
                <a:ext uri="{FF2B5EF4-FFF2-40B4-BE49-F238E27FC236}">
                  <a16:creationId xmlns:a16="http://schemas.microsoft.com/office/drawing/2014/main" id="{81749E14-C3B3-4DE6-8926-F38CC2F2EA68}"/>
                </a:ext>
              </a:extLst>
            </p:cNvPr>
            <p:cNvSpPr/>
            <p:nvPr userDrawn="1"/>
          </p:nvSpPr>
          <p:spPr>
            <a:xfrm flipH="1">
              <a:off x="2100964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2A1C568B-FA73-49E1-A515-1505C70ECEA9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806450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CC36FAF-C76C-4C6E-9CB9-6120C2A3E4B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8C1736A2-7D21-473D-BD43-3BD952F9428E}"/>
              </a:ext>
            </a:extLst>
          </p:cNvPr>
          <p:cNvSpPr>
            <a:spLocks noGrp="1"/>
          </p:cNvSpPr>
          <p:nvPr userDrawn="1">
            <p:ph type="pic" sz="quarter" idx="11"/>
          </p:nvPr>
        </p:nvSpPr>
        <p:spPr>
          <a:xfrm>
            <a:off x="2097258" y="2606487"/>
            <a:ext cx="5767307" cy="2538361"/>
          </a:xfrm>
          <a:custGeom>
            <a:avLst/>
            <a:gdLst>
              <a:gd name="connsiteX0" fmla="*/ 0 w 3510116"/>
              <a:gd name="connsiteY0" fmla="*/ 3797401 h 3797401"/>
              <a:gd name="connsiteX1" fmla="*/ 877529 w 3510116"/>
              <a:gd name="connsiteY1" fmla="*/ 0 h 3797401"/>
              <a:gd name="connsiteX2" fmla="*/ 3510116 w 3510116"/>
              <a:gd name="connsiteY2" fmla="*/ 0 h 3797401"/>
              <a:gd name="connsiteX3" fmla="*/ 2632587 w 3510116"/>
              <a:gd name="connsiteY3" fmla="*/ 3797401 h 3797401"/>
              <a:gd name="connsiteX4" fmla="*/ 0 w 3510116"/>
              <a:gd name="connsiteY4" fmla="*/ 3797401 h 3797401"/>
              <a:gd name="connsiteX0" fmla="*/ 0 w 4542503"/>
              <a:gd name="connsiteY0" fmla="*/ 3797401 h 3797401"/>
              <a:gd name="connsiteX1" fmla="*/ 877529 w 4542503"/>
              <a:gd name="connsiteY1" fmla="*/ 0 h 3797401"/>
              <a:gd name="connsiteX2" fmla="*/ 4542503 w 4542503"/>
              <a:gd name="connsiteY2" fmla="*/ 7375 h 3797401"/>
              <a:gd name="connsiteX3" fmla="*/ 2632587 w 4542503"/>
              <a:gd name="connsiteY3" fmla="*/ 3797401 h 3797401"/>
              <a:gd name="connsiteX4" fmla="*/ 0 w 4542503"/>
              <a:gd name="connsiteY4" fmla="*/ 3797401 h 3797401"/>
              <a:gd name="connsiteX0" fmla="*/ 0 w 5759245"/>
              <a:gd name="connsiteY0" fmla="*/ 3790027 h 3797401"/>
              <a:gd name="connsiteX1" fmla="*/ 2094271 w 5759245"/>
              <a:gd name="connsiteY1" fmla="*/ 0 h 3797401"/>
              <a:gd name="connsiteX2" fmla="*/ 5759245 w 5759245"/>
              <a:gd name="connsiteY2" fmla="*/ 7375 h 3797401"/>
              <a:gd name="connsiteX3" fmla="*/ 3849329 w 5759245"/>
              <a:gd name="connsiteY3" fmla="*/ 3797401 h 3797401"/>
              <a:gd name="connsiteX4" fmla="*/ 0 w 5759245"/>
              <a:gd name="connsiteY4" fmla="*/ 3790027 h 3797401"/>
              <a:gd name="connsiteX0" fmla="*/ 0 w 5759245"/>
              <a:gd name="connsiteY0" fmla="*/ 3794790 h 3802164"/>
              <a:gd name="connsiteX1" fmla="*/ 1929964 w 5759245"/>
              <a:gd name="connsiteY1" fmla="*/ 0 h 3802164"/>
              <a:gd name="connsiteX2" fmla="*/ 5759245 w 5759245"/>
              <a:gd name="connsiteY2" fmla="*/ 12138 h 3802164"/>
              <a:gd name="connsiteX3" fmla="*/ 3849329 w 5759245"/>
              <a:gd name="connsiteY3" fmla="*/ 3802164 h 3802164"/>
              <a:gd name="connsiteX4" fmla="*/ 0 w 5759245"/>
              <a:gd name="connsiteY4" fmla="*/ 3794790 h 3802164"/>
              <a:gd name="connsiteX0" fmla="*/ 0 w 5768770"/>
              <a:gd name="connsiteY0" fmla="*/ 3794790 h 3802164"/>
              <a:gd name="connsiteX1" fmla="*/ 1929964 w 5768770"/>
              <a:gd name="connsiteY1" fmla="*/ 0 h 3802164"/>
              <a:gd name="connsiteX2" fmla="*/ 5768770 w 5768770"/>
              <a:gd name="connsiteY2" fmla="*/ 231 h 3802164"/>
              <a:gd name="connsiteX3" fmla="*/ 3849329 w 5768770"/>
              <a:gd name="connsiteY3" fmla="*/ 3802164 h 3802164"/>
              <a:gd name="connsiteX4" fmla="*/ 0 w 5768770"/>
              <a:gd name="connsiteY4" fmla="*/ 3794790 h 3802164"/>
              <a:gd name="connsiteX0" fmla="*/ 0 w 5768770"/>
              <a:gd name="connsiteY0" fmla="*/ 3794790 h 3794790"/>
              <a:gd name="connsiteX1" fmla="*/ 1929964 w 5768770"/>
              <a:gd name="connsiteY1" fmla="*/ 0 h 3794790"/>
              <a:gd name="connsiteX2" fmla="*/ 5768770 w 5768770"/>
              <a:gd name="connsiteY2" fmla="*/ 231 h 3794790"/>
              <a:gd name="connsiteX3" fmla="*/ 3792179 w 5768770"/>
              <a:gd name="connsiteY3" fmla="*/ 3695008 h 3794790"/>
              <a:gd name="connsiteX4" fmla="*/ 0 w 5768770"/>
              <a:gd name="connsiteY4" fmla="*/ 3794790 h 3794790"/>
              <a:gd name="connsiteX0" fmla="*/ 0 w 5768770"/>
              <a:gd name="connsiteY0" fmla="*/ 3794790 h 3804546"/>
              <a:gd name="connsiteX1" fmla="*/ 1929964 w 5768770"/>
              <a:gd name="connsiteY1" fmla="*/ 0 h 3804546"/>
              <a:gd name="connsiteX2" fmla="*/ 5768770 w 5768770"/>
              <a:gd name="connsiteY2" fmla="*/ 231 h 3804546"/>
              <a:gd name="connsiteX3" fmla="*/ 3842185 w 5768770"/>
              <a:gd name="connsiteY3" fmla="*/ 3804546 h 3804546"/>
              <a:gd name="connsiteX4" fmla="*/ 0 w 5768770"/>
              <a:gd name="connsiteY4" fmla="*/ 3794790 h 3804546"/>
              <a:gd name="connsiteX0" fmla="*/ 0 w 5511595"/>
              <a:gd name="connsiteY0" fmla="*/ 3656678 h 3804546"/>
              <a:gd name="connsiteX1" fmla="*/ 1672789 w 5511595"/>
              <a:gd name="connsiteY1" fmla="*/ 0 h 3804546"/>
              <a:gd name="connsiteX2" fmla="*/ 5511595 w 5511595"/>
              <a:gd name="connsiteY2" fmla="*/ 231 h 3804546"/>
              <a:gd name="connsiteX3" fmla="*/ 3585010 w 5511595"/>
              <a:gd name="connsiteY3" fmla="*/ 3804546 h 3804546"/>
              <a:gd name="connsiteX4" fmla="*/ 0 w 5511595"/>
              <a:gd name="connsiteY4" fmla="*/ 3656678 h 3804546"/>
              <a:gd name="connsiteX0" fmla="*/ 0 w 5761626"/>
              <a:gd name="connsiteY0" fmla="*/ 3804315 h 3804546"/>
              <a:gd name="connsiteX1" fmla="*/ 1922820 w 5761626"/>
              <a:gd name="connsiteY1" fmla="*/ 0 h 3804546"/>
              <a:gd name="connsiteX2" fmla="*/ 5761626 w 5761626"/>
              <a:gd name="connsiteY2" fmla="*/ 231 h 3804546"/>
              <a:gd name="connsiteX3" fmla="*/ 3835041 w 5761626"/>
              <a:gd name="connsiteY3" fmla="*/ 3804546 h 3804546"/>
              <a:gd name="connsiteX4" fmla="*/ 0 w 5761626"/>
              <a:gd name="connsiteY4" fmla="*/ 3804315 h 3804546"/>
              <a:gd name="connsiteX0" fmla="*/ 0 w 5761626"/>
              <a:gd name="connsiteY0" fmla="*/ 3813811 h 3814042"/>
              <a:gd name="connsiteX1" fmla="*/ 1217596 w 5761626"/>
              <a:gd name="connsiteY1" fmla="*/ 0 h 3814042"/>
              <a:gd name="connsiteX2" fmla="*/ 5761626 w 5761626"/>
              <a:gd name="connsiteY2" fmla="*/ 9727 h 3814042"/>
              <a:gd name="connsiteX3" fmla="*/ 3835041 w 5761626"/>
              <a:gd name="connsiteY3" fmla="*/ 3814042 h 3814042"/>
              <a:gd name="connsiteX4" fmla="*/ 0 w 5761626"/>
              <a:gd name="connsiteY4" fmla="*/ 3813811 h 3814042"/>
              <a:gd name="connsiteX0" fmla="*/ 0 w 4153955"/>
              <a:gd name="connsiteY0" fmla="*/ 3813811 h 3814042"/>
              <a:gd name="connsiteX1" fmla="*/ 1217596 w 4153955"/>
              <a:gd name="connsiteY1" fmla="*/ 0 h 3814042"/>
              <a:gd name="connsiteX2" fmla="*/ 4153955 w 4153955"/>
              <a:gd name="connsiteY2" fmla="*/ 28721 h 3814042"/>
              <a:gd name="connsiteX3" fmla="*/ 3835041 w 4153955"/>
              <a:gd name="connsiteY3" fmla="*/ 3814042 h 3814042"/>
              <a:gd name="connsiteX4" fmla="*/ 0 w 4153955"/>
              <a:gd name="connsiteY4" fmla="*/ 3813811 h 3814042"/>
              <a:gd name="connsiteX0" fmla="*/ 0 w 5056403"/>
              <a:gd name="connsiteY0" fmla="*/ 3813811 h 3814042"/>
              <a:gd name="connsiteX1" fmla="*/ 1217596 w 5056403"/>
              <a:gd name="connsiteY1" fmla="*/ 0 h 3814042"/>
              <a:gd name="connsiteX2" fmla="*/ 5056403 w 5056403"/>
              <a:gd name="connsiteY2" fmla="*/ 230 h 3814042"/>
              <a:gd name="connsiteX3" fmla="*/ 3835041 w 5056403"/>
              <a:gd name="connsiteY3" fmla="*/ 3814042 h 3814042"/>
              <a:gd name="connsiteX4" fmla="*/ 0 w 5056403"/>
              <a:gd name="connsiteY4" fmla="*/ 3813811 h 3814042"/>
              <a:gd name="connsiteX0" fmla="*/ 0 w 5058901"/>
              <a:gd name="connsiteY0" fmla="*/ 3813811 h 3814042"/>
              <a:gd name="connsiteX1" fmla="*/ 1217596 w 5058901"/>
              <a:gd name="connsiteY1" fmla="*/ 0 h 3814042"/>
              <a:gd name="connsiteX2" fmla="*/ 5058901 w 5058901"/>
              <a:gd name="connsiteY2" fmla="*/ 12141 h 3814042"/>
              <a:gd name="connsiteX3" fmla="*/ 3835041 w 5058901"/>
              <a:gd name="connsiteY3" fmla="*/ 3814042 h 3814042"/>
              <a:gd name="connsiteX4" fmla="*/ 0 w 5058901"/>
              <a:gd name="connsiteY4" fmla="*/ 3813811 h 3814042"/>
              <a:gd name="connsiteX0" fmla="*/ 0 w 5058901"/>
              <a:gd name="connsiteY0" fmla="*/ 3809840 h 3810071"/>
              <a:gd name="connsiteX1" fmla="*/ 1215098 w 5058901"/>
              <a:gd name="connsiteY1" fmla="*/ 0 h 3810071"/>
              <a:gd name="connsiteX2" fmla="*/ 5058901 w 5058901"/>
              <a:gd name="connsiteY2" fmla="*/ 8170 h 3810071"/>
              <a:gd name="connsiteX3" fmla="*/ 3835041 w 5058901"/>
              <a:gd name="connsiteY3" fmla="*/ 3810071 h 3810071"/>
              <a:gd name="connsiteX4" fmla="*/ 0 w 5058901"/>
              <a:gd name="connsiteY4" fmla="*/ 3809840 h 3810071"/>
              <a:gd name="connsiteX0" fmla="*/ 0 w 5058901"/>
              <a:gd name="connsiteY0" fmla="*/ 3801899 h 3802130"/>
              <a:gd name="connsiteX1" fmla="*/ 1215098 w 5058901"/>
              <a:gd name="connsiteY1" fmla="*/ 0 h 3802130"/>
              <a:gd name="connsiteX2" fmla="*/ 5058901 w 5058901"/>
              <a:gd name="connsiteY2" fmla="*/ 229 h 3802130"/>
              <a:gd name="connsiteX3" fmla="*/ 3835041 w 5058901"/>
              <a:gd name="connsiteY3" fmla="*/ 3802130 h 3802130"/>
              <a:gd name="connsiteX4" fmla="*/ 0 w 5058901"/>
              <a:gd name="connsiteY4" fmla="*/ 3801899 h 3802130"/>
              <a:gd name="connsiteX0" fmla="*/ 0 w 5051406"/>
              <a:gd name="connsiteY0" fmla="*/ 3801899 h 3802130"/>
              <a:gd name="connsiteX1" fmla="*/ 1215098 w 5051406"/>
              <a:gd name="connsiteY1" fmla="*/ 0 h 3802130"/>
              <a:gd name="connsiteX2" fmla="*/ 5051406 w 5051406"/>
              <a:gd name="connsiteY2" fmla="*/ 229 h 3802130"/>
              <a:gd name="connsiteX3" fmla="*/ 3835041 w 5051406"/>
              <a:gd name="connsiteY3" fmla="*/ 3802130 h 3802130"/>
              <a:gd name="connsiteX4" fmla="*/ 0 w 5051406"/>
              <a:gd name="connsiteY4" fmla="*/ 3801899 h 3802130"/>
              <a:gd name="connsiteX0" fmla="*/ 0 w 5051406"/>
              <a:gd name="connsiteY0" fmla="*/ 4028058 h 4028289"/>
              <a:gd name="connsiteX1" fmla="*/ 1279142 w 5051406"/>
              <a:gd name="connsiteY1" fmla="*/ 0 h 4028289"/>
              <a:gd name="connsiteX2" fmla="*/ 5051406 w 5051406"/>
              <a:gd name="connsiteY2" fmla="*/ 226388 h 4028289"/>
              <a:gd name="connsiteX3" fmla="*/ 3835041 w 5051406"/>
              <a:gd name="connsiteY3" fmla="*/ 4028289 h 4028289"/>
              <a:gd name="connsiteX4" fmla="*/ 0 w 5051406"/>
              <a:gd name="connsiteY4" fmla="*/ 4028058 h 4028289"/>
              <a:gd name="connsiteX0" fmla="*/ 0 w 5051406"/>
              <a:gd name="connsiteY0" fmla="*/ 4028058 h 4028059"/>
              <a:gd name="connsiteX1" fmla="*/ 1279142 w 5051406"/>
              <a:gd name="connsiteY1" fmla="*/ 0 h 4028059"/>
              <a:gd name="connsiteX2" fmla="*/ 5051406 w 5051406"/>
              <a:gd name="connsiteY2" fmla="*/ 226388 h 4028059"/>
              <a:gd name="connsiteX3" fmla="*/ 3539729 w 5051406"/>
              <a:gd name="connsiteY3" fmla="*/ 3632510 h 4028059"/>
              <a:gd name="connsiteX4" fmla="*/ 0 w 5051406"/>
              <a:gd name="connsiteY4" fmla="*/ 4028058 h 4028059"/>
              <a:gd name="connsiteX0" fmla="*/ 0 w 5051406"/>
              <a:gd name="connsiteY0" fmla="*/ 4028058 h 4028057"/>
              <a:gd name="connsiteX1" fmla="*/ 1279142 w 5051406"/>
              <a:gd name="connsiteY1" fmla="*/ 0 h 4028057"/>
              <a:gd name="connsiteX2" fmla="*/ 5051406 w 5051406"/>
              <a:gd name="connsiteY2" fmla="*/ 226388 h 4028057"/>
              <a:gd name="connsiteX3" fmla="*/ 3763882 w 5051406"/>
              <a:gd name="connsiteY3" fmla="*/ 4022635 h 4028057"/>
              <a:gd name="connsiteX4" fmla="*/ 0 w 5051406"/>
              <a:gd name="connsiteY4" fmla="*/ 4028058 h 4028057"/>
              <a:gd name="connsiteX0" fmla="*/ 0 w 5054964"/>
              <a:gd name="connsiteY0" fmla="*/ 4039137 h 4039138"/>
              <a:gd name="connsiteX1" fmla="*/ 1279142 w 5054964"/>
              <a:gd name="connsiteY1" fmla="*/ 11079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366 h 4039365"/>
              <a:gd name="connsiteX1" fmla="*/ 1453483 w 5054964"/>
              <a:gd name="connsiteY1" fmla="*/ 0 h 4039365"/>
              <a:gd name="connsiteX2" fmla="*/ 5054964 w 5054964"/>
              <a:gd name="connsiteY2" fmla="*/ 229 h 4039365"/>
              <a:gd name="connsiteX3" fmla="*/ 3763882 w 5054964"/>
              <a:gd name="connsiteY3" fmla="*/ 4033943 h 4039365"/>
              <a:gd name="connsiteX4" fmla="*/ 0 w 5054964"/>
              <a:gd name="connsiteY4" fmla="*/ 4039366 h 4039365"/>
              <a:gd name="connsiteX0" fmla="*/ 0 w 5054964"/>
              <a:gd name="connsiteY0" fmla="*/ 4039137 h 4039138"/>
              <a:gd name="connsiteX1" fmla="*/ 1282700 w 5054964"/>
              <a:gd name="connsiteY1" fmla="*/ 5425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4895420"/>
              <a:gd name="connsiteY0" fmla="*/ 3891558 h 4033714"/>
              <a:gd name="connsiteX1" fmla="*/ 1123156 w 4895420"/>
              <a:gd name="connsiteY1" fmla="*/ 5425 h 4033714"/>
              <a:gd name="connsiteX2" fmla="*/ 4895420 w 4895420"/>
              <a:gd name="connsiteY2" fmla="*/ 0 h 4033714"/>
              <a:gd name="connsiteX3" fmla="*/ 3604338 w 4895420"/>
              <a:gd name="connsiteY3" fmla="*/ 4033714 h 4033714"/>
              <a:gd name="connsiteX4" fmla="*/ 0 w 4895420"/>
              <a:gd name="connsiteY4" fmla="*/ 3891558 h 4033714"/>
              <a:gd name="connsiteX0" fmla="*/ 0 w 5059726"/>
              <a:gd name="connsiteY0" fmla="*/ 4039136 h 4039136"/>
              <a:gd name="connsiteX1" fmla="*/ 1287462 w 5059726"/>
              <a:gd name="connsiteY1" fmla="*/ 5425 h 4039136"/>
              <a:gd name="connsiteX2" fmla="*/ 5059726 w 5059726"/>
              <a:gd name="connsiteY2" fmla="*/ 0 h 4039136"/>
              <a:gd name="connsiteX3" fmla="*/ 3768644 w 5059726"/>
              <a:gd name="connsiteY3" fmla="*/ 4033714 h 4039136"/>
              <a:gd name="connsiteX4" fmla="*/ 0 w 5059726"/>
              <a:gd name="connsiteY4" fmla="*/ 4039136 h 4039136"/>
              <a:gd name="connsiteX0" fmla="*/ 0 w 5059726"/>
              <a:gd name="connsiteY0" fmla="*/ 4039136 h 4039136"/>
              <a:gd name="connsiteX1" fmla="*/ 1287462 w 5059726"/>
              <a:gd name="connsiteY1" fmla="*/ 5425 h 4039136"/>
              <a:gd name="connsiteX2" fmla="*/ 5059726 w 5059726"/>
              <a:gd name="connsiteY2" fmla="*/ 0 h 4039136"/>
              <a:gd name="connsiteX3" fmla="*/ 3394788 w 5059726"/>
              <a:gd name="connsiteY3" fmla="*/ 3848296 h 4039136"/>
              <a:gd name="connsiteX4" fmla="*/ 0 w 5059726"/>
              <a:gd name="connsiteY4" fmla="*/ 4039136 h 4039136"/>
              <a:gd name="connsiteX0" fmla="*/ 0 w 5059726"/>
              <a:gd name="connsiteY0" fmla="*/ 4039136 h 4041281"/>
              <a:gd name="connsiteX1" fmla="*/ 1287462 w 5059726"/>
              <a:gd name="connsiteY1" fmla="*/ 5425 h 4041281"/>
              <a:gd name="connsiteX2" fmla="*/ 5059726 w 5059726"/>
              <a:gd name="connsiteY2" fmla="*/ 0 h 4041281"/>
              <a:gd name="connsiteX3" fmla="*/ 4485401 w 5059726"/>
              <a:gd name="connsiteY3" fmla="*/ 4041281 h 4041281"/>
              <a:gd name="connsiteX4" fmla="*/ 0 w 5059726"/>
              <a:gd name="connsiteY4" fmla="*/ 4039136 h 4041281"/>
              <a:gd name="connsiteX0" fmla="*/ 1277144 w 6336870"/>
              <a:gd name="connsiteY0" fmla="*/ 4039136 h 4041281"/>
              <a:gd name="connsiteX1" fmla="*/ 0 w 6336870"/>
              <a:gd name="connsiteY1" fmla="*/ 12994 h 4041281"/>
              <a:gd name="connsiteX2" fmla="*/ 6336870 w 6336870"/>
              <a:gd name="connsiteY2" fmla="*/ 0 h 4041281"/>
              <a:gd name="connsiteX3" fmla="*/ 5762545 w 6336870"/>
              <a:gd name="connsiteY3" fmla="*/ 4041281 h 4041281"/>
              <a:gd name="connsiteX4" fmla="*/ 1277144 w 6336870"/>
              <a:gd name="connsiteY4" fmla="*/ 4039136 h 4041281"/>
              <a:gd name="connsiteX0" fmla="*/ 1179512 w 6239238"/>
              <a:gd name="connsiteY0" fmla="*/ 4039136 h 4041281"/>
              <a:gd name="connsiteX1" fmla="*/ 0 w 6239238"/>
              <a:gd name="connsiteY1" fmla="*/ 65972 h 4041281"/>
              <a:gd name="connsiteX2" fmla="*/ 6239238 w 6239238"/>
              <a:gd name="connsiteY2" fmla="*/ 0 h 4041281"/>
              <a:gd name="connsiteX3" fmla="*/ 5664913 w 6239238"/>
              <a:gd name="connsiteY3" fmla="*/ 4041281 h 4041281"/>
              <a:gd name="connsiteX4" fmla="*/ 1179512 w 6239238"/>
              <a:gd name="connsiteY4" fmla="*/ 4039136 h 4041281"/>
              <a:gd name="connsiteX0" fmla="*/ 1179512 w 5664913"/>
              <a:gd name="connsiteY0" fmla="*/ 3973164 h 3975309"/>
              <a:gd name="connsiteX1" fmla="*/ 0 w 5664913"/>
              <a:gd name="connsiteY1" fmla="*/ 0 h 3975309"/>
              <a:gd name="connsiteX2" fmla="*/ 4543788 w 5664913"/>
              <a:gd name="connsiteY2" fmla="*/ 210263 h 3975309"/>
              <a:gd name="connsiteX3" fmla="*/ 5664913 w 5664913"/>
              <a:gd name="connsiteY3" fmla="*/ 3975309 h 3975309"/>
              <a:gd name="connsiteX4" fmla="*/ 1179512 w 5664913"/>
              <a:gd name="connsiteY4" fmla="*/ 3973164 h 3975309"/>
              <a:gd name="connsiteX0" fmla="*/ 1179512 w 5664913"/>
              <a:gd name="connsiteY0" fmla="*/ 3973164 h 3975309"/>
              <a:gd name="connsiteX1" fmla="*/ 0 w 5664913"/>
              <a:gd name="connsiteY1" fmla="*/ 0 h 3975309"/>
              <a:gd name="connsiteX2" fmla="*/ 4279469 w 5664913"/>
              <a:gd name="connsiteY2" fmla="*/ 28629 h 3975309"/>
              <a:gd name="connsiteX3" fmla="*/ 5664913 w 5664913"/>
              <a:gd name="connsiteY3" fmla="*/ 3975309 h 3975309"/>
              <a:gd name="connsiteX4" fmla="*/ 1179512 w 5664913"/>
              <a:gd name="connsiteY4" fmla="*/ 3973164 h 3975309"/>
              <a:gd name="connsiteX0" fmla="*/ 1179512 w 5664913"/>
              <a:gd name="connsiteY0" fmla="*/ 4031568 h 4033713"/>
              <a:gd name="connsiteX1" fmla="*/ 0 w 5664913"/>
              <a:gd name="connsiteY1" fmla="*/ 58404 h 4033713"/>
              <a:gd name="connsiteX2" fmla="*/ 4379481 w 5664913"/>
              <a:gd name="connsiteY2" fmla="*/ 0 h 4033713"/>
              <a:gd name="connsiteX3" fmla="*/ 5664913 w 5664913"/>
              <a:gd name="connsiteY3" fmla="*/ 4033713 h 4033713"/>
              <a:gd name="connsiteX4" fmla="*/ 1179512 w 5664913"/>
              <a:gd name="connsiteY4" fmla="*/ 4031568 h 4033713"/>
              <a:gd name="connsiteX0" fmla="*/ 1281906 w 5767307"/>
              <a:gd name="connsiteY0" fmla="*/ 4031568 h 4033713"/>
              <a:gd name="connsiteX1" fmla="*/ 0 w 5767307"/>
              <a:gd name="connsiteY1" fmla="*/ 1643 h 4033713"/>
              <a:gd name="connsiteX2" fmla="*/ 4481875 w 5767307"/>
              <a:gd name="connsiteY2" fmla="*/ 0 h 4033713"/>
              <a:gd name="connsiteX3" fmla="*/ 5767307 w 5767307"/>
              <a:gd name="connsiteY3" fmla="*/ 4033713 h 4033713"/>
              <a:gd name="connsiteX4" fmla="*/ 1281906 w 5767307"/>
              <a:gd name="connsiteY4" fmla="*/ 4031568 h 4033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7307" h="4033713">
                <a:moveTo>
                  <a:pt x="1281906" y="4031568"/>
                </a:moveTo>
                <a:lnTo>
                  <a:pt x="0" y="1643"/>
                </a:lnTo>
                <a:lnTo>
                  <a:pt x="4481875" y="0"/>
                </a:lnTo>
                <a:lnTo>
                  <a:pt x="5767307" y="4033713"/>
                </a:lnTo>
                <a:lnTo>
                  <a:pt x="1281906" y="4031568"/>
                </a:ln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576000" bIns="0" anchor="ctr" anchorCtr="0"/>
          <a:lstStyle>
            <a:lvl1pPr algn="ctr">
              <a:defRPr lang="en-GB" sz="1200" dirty="0"/>
            </a:lvl1pPr>
          </a:lstStyle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4023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 2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6"/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569595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F43B2504-42AC-4E72-9113-E76B6A874D7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569595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20CF085D-7739-4B2B-ADA0-3EA7F2236B6C}"/>
              </a:ext>
            </a:extLst>
          </p:cNvPr>
          <p:cNvGrpSpPr/>
          <p:nvPr userDrawn="1"/>
        </p:nvGrpSpPr>
        <p:grpSpPr>
          <a:xfrm>
            <a:off x="6235700" y="-6351"/>
            <a:ext cx="2917825" cy="5152656"/>
            <a:chOff x="6235700" y="-6351"/>
            <a:chExt cx="2917825" cy="515265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DC09BA77-CA7A-430D-8338-3F5B0F6CB2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42100" y="2207842"/>
              <a:ext cx="2511425" cy="2938463"/>
            </a:xfrm>
            <a:custGeom>
              <a:avLst/>
              <a:gdLst>
                <a:gd name="T0" fmla="*/ 0 w 3866"/>
                <a:gd name="T1" fmla="*/ 4527 h 4527"/>
                <a:gd name="T2" fmla="*/ 0 w 3866"/>
                <a:gd name="T3" fmla="*/ 4527 h 4527"/>
                <a:gd name="T4" fmla="*/ 2264 w 3866"/>
                <a:gd name="T5" fmla="*/ 0 h 4527"/>
                <a:gd name="T6" fmla="*/ 3866 w 3866"/>
                <a:gd name="T7" fmla="*/ 0 h 4527"/>
                <a:gd name="T8" fmla="*/ 3866 w 3866"/>
                <a:gd name="T9" fmla="*/ 4527 h 4527"/>
                <a:gd name="T10" fmla="*/ 0 w 3866"/>
                <a:gd name="T11" fmla="*/ 4527 h 4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66" h="4527">
                  <a:moveTo>
                    <a:pt x="0" y="4527"/>
                  </a:moveTo>
                  <a:lnTo>
                    <a:pt x="0" y="4527"/>
                  </a:lnTo>
                  <a:lnTo>
                    <a:pt x="2264" y="0"/>
                  </a:lnTo>
                  <a:lnTo>
                    <a:pt x="3866" y="0"/>
                  </a:lnTo>
                  <a:lnTo>
                    <a:pt x="3866" y="4527"/>
                  </a:lnTo>
                  <a:lnTo>
                    <a:pt x="0" y="4527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5BC4CC3B-A641-457E-A176-66B0CDF628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917825" cy="5152656"/>
            </a:xfrm>
            <a:custGeom>
              <a:avLst/>
              <a:gdLst>
                <a:gd name="T0" fmla="*/ 4491 w 4491"/>
                <a:gd name="T1" fmla="*/ 7936 h 7936"/>
                <a:gd name="T2" fmla="*/ 4491 w 4491"/>
                <a:gd name="T3" fmla="*/ 7936 h 7936"/>
                <a:gd name="T4" fmla="*/ 4491 w 4491"/>
                <a:gd name="T5" fmla="*/ 0 h 7936"/>
                <a:gd name="T6" fmla="*/ 0 w 4491"/>
                <a:gd name="T7" fmla="*/ 0 h 7936"/>
                <a:gd name="T8" fmla="*/ 3966 w 4491"/>
                <a:gd name="T9" fmla="*/ 7936 h 7936"/>
                <a:gd name="T10" fmla="*/ 4491 w 4491"/>
                <a:gd name="T11" fmla="*/ 7936 h 7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91" h="7936">
                  <a:moveTo>
                    <a:pt x="4491" y="7936"/>
                  </a:moveTo>
                  <a:lnTo>
                    <a:pt x="4491" y="7936"/>
                  </a:lnTo>
                  <a:lnTo>
                    <a:pt x="4491" y="0"/>
                  </a:lnTo>
                  <a:lnTo>
                    <a:pt x="0" y="0"/>
                  </a:lnTo>
                  <a:lnTo>
                    <a:pt x="3966" y="7936"/>
                  </a:lnTo>
                  <a:lnTo>
                    <a:pt x="4491" y="793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3146D11-993A-4297-A541-07127039B4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447925" cy="2449513"/>
            </a:xfrm>
            <a:custGeom>
              <a:avLst/>
              <a:gdLst>
                <a:gd name="T0" fmla="*/ 0 w 3767"/>
                <a:gd name="T1" fmla="*/ 0 h 3774"/>
                <a:gd name="T2" fmla="*/ 0 w 3767"/>
                <a:gd name="T3" fmla="*/ 0 h 3774"/>
                <a:gd name="T4" fmla="*/ 3767 w 3767"/>
                <a:gd name="T5" fmla="*/ 0 h 3774"/>
                <a:gd name="T6" fmla="*/ 1886 w 3767"/>
                <a:gd name="T7" fmla="*/ 3774 h 3774"/>
                <a:gd name="T8" fmla="*/ 0 w 3767"/>
                <a:gd name="T9" fmla="*/ 0 h 3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7" h="3774">
                  <a:moveTo>
                    <a:pt x="0" y="0"/>
                  </a:moveTo>
                  <a:lnTo>
                    <a:pt x="0" y="0"/>
                  </a:lnTo>
                  <a:lnTo>
                    <a:pt x="3767" y="0"/>
                  </a:lnTo>
                  <a:lnTo>
                    <a:pt x="1886" y="3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1540212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 2zeilig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6">
            <a:extLst>
              <a:ext uri="{FF2B5EF4-FFF2-40B4-BE49-F238E27FC236}">
                <a16:creationId xmlns:a16="http://schemas.microsoft.com/office/drawing/2014/main" id="{2A1C568B-FA73-49E1-A515-1505C70ECEA9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3246037" cy="9775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CC36FAF-C76C-4C6E-9CB9-6120C2A3E4B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3509736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6DF0C3F-007B-46B8-BA6C-21837725C60C}"/>
              </a:ext>
            </a:extLst>
          </p:cNvPr>
          <p:cNvGrpSpPr/>
          <p:nvPr userDrawn="1"/>
        </p:nvGrpSpPr>
        <p:grpSpPr>
          <a:xfrm>
            <a:off x="6235700" y="-6351"/>
            <a:ext cx="2917825" cy="5152656"/>
            <a:chOff x="6235700" y="-6351"/>
            <a:chExt cx="2917825" cy="515265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A763453B-85FC-406B-A622-60DF3DD481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42100" y="2207842"/>
              <a:ext cx="2511425" cy="2938463"/>
            </a:xfrm>
            <a:custGeom>
              <a:avLst/>
              <a:gdLst>
                <a:gd name="T0" fmla="*/ 0 w 3866"/>
                <a:gd name="T1" fmla="*/ 4527 h 4527"/>
                <a:gd name="T2" fmla="*/ 0 w 3866"/>
                <a:gd name="T3" fmla="*/ 4527 h 4527"/>
                <a:gd name="T4" fmla="*/ 2264 w 3866"/>
                <a:gd name="T5" fmla="*/ 0 h 4527"/>
                <a:gd name="T6" fmla="*/ 3866 w 3866"/>
                <a:gd name="T7" fmla="*/ 0 h 4527"/>
                <a:gd name="T8" fmla="*/ 3866 w 3866"/>
                <a:gd name="T9" fmla="*/ 4527 h 4527"/>
                <a:gd name="T10" fmla="*/ 0 w 3866"/>
                <a:gd name="T11" fmla="*/ 4527 h 4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66" h="4527">
                  <a:moveTo>
                    <a:pt x="0" y="4527"/>
                  </a:moveTo>
                  <a:lnTo>
                    <a:pt x="0" y="4527"/>
                  </a:lnTo>
                  <a:lnTo>
                    <a:pt x="2264" y="0"/>
                  </a:lnTo>
                  <a:lnTo>
                    <a:pt x="3866" y="0"/>
                  </a:lnTo>
                  <a:lnTo>
                    <a:pt x="3866" y="4527"/>
                  </a:lnTo>
                  <a:lnTo>
                    <a:pt x="0" y="4527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7BAE0242-799B-4BBA-8490-1F06555E97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917825" cy="5152656"/>
            </a:xfrm>
            <a:custGeom>
              <a:avLst/>
              <a:gdLst>
                <a:gd name="T0" fmla="*/ 4491 w 4491"/>
                <a:gd name="T1" fmla="*/ 7936 h 7936"/>
                <a:gd name="T2" fmla="*/ 4491 w 4491"/>
                <a:gd name="T3" fmla="*/ 7936 h 7936"/>
                <a:gd name="T4" fmla="*/ 4491 w 4491"/>
                <a:gd name="T5" fmla="*/ 0 h 7936"/>
                <a:gd name="T6" fmla="*/ 0 w 4491"/>
                <a:gd name="T7" fmla="*/ 0 h 7936"/>
                <a:gd name="T8" fmla="*/ 3966 w 4491"/>
                <a:gd name="T9" fmla="*/ 7936 h 7936"/>
                <a:gd name="T10" fmla="*/ 4491 w 4491"/>
                <a:gd name="T11" fmla="*/ 7936 h 7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91" h="7936">
                  <a:moveTo>
                    <a:pt x="4491" y="7936"/>
                  </a:moveTo>
                  <a:lnTo>
                    <a:pt x="4491" y="7936"/>
                  </a:lnTo>
                  <a:lnTo>
                    <a:pt x="4491" y="0"/>
                  </a:lnTo>
                  <a:lnTo>
                    <a:pt x="0" y="0"/>
                  </a:lnTo>
                  <a:lnTo>
                    <a:pt x="3966" y="7936"/>
                  </a:lnTo>
                  <a:lnTo>
                    <a:pt x="4491" y="793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3BF54632-D304-402E-9979-93425653C7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447925" cy="2449513"/>
            </a:xfrm>
            <a:custGeom>
              <a:avLst/>
              <a:gdLst>
                <a:gd name="T0" fmla="*/ 0 w 3767"/>
                <a:gd name="T1" fmla="*/ 0 h 3774"/>
                <a:gd name="T2" fmla="*/ 0 w 3767"/>
                <a:gd name="T3" fmla="*/ 0 h 3774"/>
                <a:gd name="T4" fmla="*/ 3767 w 3767"/>
                <a:gd name="T5" fmla="*/ 0 h 3774"/>
                <a:gd name="T6" fmla="*/ 1886 w 3767"/>
                <a:gd name="T7" fmla="*/ 3774 h 3774"/>
                <a:gd name="T8" fmla="*/ 0 w 3767"/>
                <a:gd name="T9" fmla="*/ 0 h 3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7" h="3774">
                  <a:moveTo>
                    <a:pt x="0" y="0"/>
                  </a:moveTo>
                  <a:lnTo>
                    <a:pt x="0" y="0"/>
                  </a:lnTo>
                  <a:lnTo>
                    <a:pt x="3767" y="0"/>
                  </a:lnTo>
                  <a:lnTo>
                    <a:pt x="1886" y="3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14" name="Bildplatzhalter 2">
            <a:extLst>
              <a:ext uri="{FF2B5EF4-FFF2-40B4-BE49-F238E27FC236}">
                <a16:creationId xmlns:a16="http://schemas.microsoft.com/office/drawing/2014/main" id="{6713D3E4-37C3-4882-B46F-B103EB7B5F1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13247" y="-2858"/>
            <a:ext cx="5015527" cy="5150675"/>
          </a:xfrm>
          <a:custGeom>
            <a:avLst/>
            <a:gdLst>
              <a:gd name="connsiteX0" fmla="*/ 0 w 3510116"/>
              <a:gd name="connsiteY0" fmla="*/ 3797401 h 3797401"/>
              <a:gd name="connsiteX1" fmla="*/ 877529 w 3510116"/>
              <a:gd name="connsiteY1" fmla="*/ 0 h 3797401"/>
              <a:gd name="connsiteX2" fmla="*/ 3510116 w 3510116"/>
              <a:gd name="connsiteY2" fmla="*/ 0 h 3797401"/>
              <a:gd name="connsiteX3" fmla="*/ 2632587 w 3510116"/>
              <a:gd name="connsiteY3" fmla="*/ 3797401 h 3797401"/>
              <a:gd name="connsiteX4" fmla="*/ 0 w 3510116"/>
              <a:gd name="connsiteY4" fmla="*/ 3797401 h 3797401"/>
              <a:gd name="connsiteX0" fmla="*/ 0 w 4542503"/>
              <a:gd name="connsiteY0" fmla="*/ 3797401 h 3797401"/>
              <a:gd name="connsiteX1" fmla="*/ 877529 w 4542503"/>
              <a:gd name="connsiteY1" fmla="*/ 0 h 3797401"/>
              <a:gd name="connsiteX2" fmla="*/ 4542503 w 4542503"/>
              <a:gd name="connsiteY2" fmla="*/ 7375 h 3797401"/>
              <a:gd name="connsiteX3" fmla="*/ 2632587 w 4542503"/>
              <a:gd name="connsiteY3" fmla="*/ 3797401 h 3797401"/>
              <a:gd name="connsiteX4" fmla="*/ 0 w 4542503"/>
              <a:gd name="connsiteY4" fmla="*/ 3797401 h 3797401"/>
              <a:gd name="connsiteX0" fmla="*/ 0 w 5759245"/>
              <a:gd name="connsiteY0" fmla="*/ 3790027 h 3797401"/>
              <a:gd name="connsiteX1" fmla="*/ 2094271 w 5759245"/>
              <a:gd name="connsiteY1" fmla="*/ 0 h 3797401"/>
              <a:gd name="connsiteX2" fmla="*/ 5759245 w 5759245"/>
              <a:gd name="connsiteY2" fmla="*/ 7375 h 3797401"/>
              <a:gd name="connsiteX3" fmla="*/ 3849329 w 5759245"/>
              <a:gd name="connsiteY3" fmla="*/ 3797401 h 3797401"/>
              <a:gd name="connsiteX4" fmla="*/ 0 w 5759245"/>
              <a:gd name="connsiteY4" fmla="*/ 3790027 h 3797401"/>
              <a:gd name="connsiteX0" fmla="*/ 0 w 5759245"/>
              <a:gd name="connsiteY0" fmla="*/ 3794790 h 3802164"/>
              <a:gd name="connsiteX1" fmla="*/ 1929964 w 5759245"/>
              <a:gd name="connsiteY1" fmla="*/ 0 h 3802164"/>
              <a:gd name="connsiteX2" fmla="*/ 5759245 w 5759245"/>
              <a:gd name="connsiteY2" fmla="*/ 12138 h 3802164"/>
              <a:gd name="connsiteX3" fmla="*/ 3849329 w 5759245"/>
              <a:gd name="connsiteY3" fmla="*/ 3802164 h 3802164"/>
              <a:gd name="connsiteX4" fmla="*/ 0 w 5759245"/>
              <a:gd name="connsiteY4" fmla="*/ 3794790 h 3802164"/>
              <a:gd name="connsiteX0" fmla="*/ 0 w 5768770"/>
              <a:gd name="connsiteY0" fmla="*/ 3794790 h 3802164"/>
              <a:gd name="connsiteX1" fmla="*/ 1929964 w 5768770"/>
              <a:gd name="connsiteY1" fmla="*/ 0 h 3802164"/>
              <a:gd name="connsiteX2" fmla="*/ 5768770 w 5768770"/>
              <a:gd name="connsiteY2" fmla="*/ 231 h 3802164"/>
              <a:gd name="connsiteX3" fmla="*/ 3849329 w 5768770"/>
              <a:gd name="connsiteY3" fmla="*/ 3802164 h 3802164"/>
              <a:gd name="connsiteX4" fmla="*/ 0 w 5768770"/>
              <a:gd name="connsiteY4" fmla="*/ 3794790 h 3802164"/>
              <a:gd name="connsiteX0" fmla="*/ 0 w 5768770"/>
              <a:gd name="connsiteY0" fmla="*/ 3794790 h 3794790"/>
              <a:gd name="connsiteX1" fmla="*/ 1929964 w 5768770"/>
              <a:gd name="connsiteY1" fmla="*/ 0 h 3794790"/>
              <a:gd name="connsiteX2" fmla="*/ 5768770 w 5768770"/>
              <a:gd name="connsiteY2" fmla="*/ 231 h 3794790"/>
              <a:gd name="connsiteX3" fmla="*/ 3792179 w 5768770"/>
              <a:gd name="connsiteY3" fmla="*/ 3695008 h 3794790"/>
              <a:gd name="connsiteX4" fmla="*/ 0 w 5768770"/>
              <a:gd name="connsiteY4" fmla="*/ 3794790 h 3794790"/>
              <a:gd name="connsiteX0" fmla="*/ 0 w 5768770"/>
              <a:gd name="connsiteY0" fmla="*/ 3794790 h 3804546"/>
              <a:gd name="connsiteX1" fmla="*/ 1929964 w 5768770"/>
              <a:gd name="connsiteY1" fmla="*/ 0 h 3804546"/>
              <a:gd name="connsiteX2" fmla="*/ 5768770 w 5768770"/>
              <a:gd name="connsiteY2" fmla="*/ 231 h 3804546"/>
              <a:gd name="connsiteX3" fmla="*/ 3842185 w 5768770"/>
              <a:gd name="connsiteY3" fmla="*/ 3804546 h 3804546"/>
              <a:gd name="connsiteX4" fmla="*/ 0 w 5768770"/>
              <a:gd name="connsiteY4" fmla="*/ 3794790 h 3804546"/>
              <a:gd name="connsiteX0" fmla="*/ 0 w 5511595"/>
              <a:gd name="connsiteY0" fmla="*/ 3656678 h 3804546"/>
              <a:gd name="connsiteX1" fmla="*/ 1672789 w 5511595"/>
              <a:gd name="connsiteY1" fmla="*/ 0 h 3804546"/>
              <a:gd name="connsiteX2" fmla="*/ 5511595 w 5511595"/>
              <a:gd name="connsiteY2" fmla="*/ 231 h 3804546"/>
              <a:gd name="connsiteX3" fmla="*/ 3585010 w 5511595"/>
              <a:gd name="connsiteY3" fmla="*/ 3804546 h 3804546"/>
              <a:gd name="connsiteX4" fmla="*/ 0 w 5511595"/>
              <a:gd name="connsiteY4" fmla="*/ 3656678 h 3804546"/>
              <a:gd name="connsiteX0" fmla="*/ 0 w 5761626"/>
              <a:gd name="connsiteY0" fmla="*/ 3804315 h 3804546"/>
              <a:gd name="connsiteX1" fmla="*/ 1922820 w 5761626"/>
              <a:gd name="connsiteY1" fmla="*/ 0 h 3804546"/>
              <a:gd name="connsiteX2" fmla="*/ 5761626 w 5761626"/>
              <a:gd name="connsiteY2" fmla="*/ 231 h 3804546"/>
              <a:gd name="connsiteX3" fmla="*/ 3835041 w 5761626"/>
              <a:gd name="connsiteY3" fmla="*/ 3804546 h 3804546"/>
              <a:gd name="connsiteX4" fmla="*/ 0 w 5761626"/>
              <a:gd name="connsiteY4" fmla="*/ 3804315 h 3804546"/>
              <a:gd name="connsiteX0" fmla="*/ 0 w 5761626"/>
              <a:gd name="connsiteY0" fmla="*/ 3813811 h 3814042"/>
              <a:gd name="connsiteX1" fmla="*/ 1217596 w 5761626"/>
              <a:gd name="connsiteY1" fmla="*/ 0 h 3814042"/>
              <a:gd name="connsiteX2" fmla="*/ 5761626 w 5761626"/>
              <a:gd name="connsiteY2" fmla="*/ 9727 h 3814042"/>
              <a:gd name="connsiteX3" fmla="*/ 3835041 w 5761626"/>
              <a:gd name="connsiteY3" fmla="*/ 3814042 h 3814042"/>
              <a:gd name="connsiteX4" fmla="*/ 0 w 5761626"/>
              <a:gd name="connsiteY4" fmla="*/ 3813811 h 3814042"/>
              <a:gd name="connsiteX0" fmla="*/ 0 w 4153955"/>
              <a:gd name="connsiteY0" fmla="*/ 3813811 h 3814042"/>
              <a:gd name="connsiteX1" fmla="*/ 1217596 w 4153955"/>
              <a:gd name="connsiteY1" fmla="*/ 0 h 3814042"/>
              <a:gd name="connsiteX2" fmla="*/ 4153955 w 4153955"/>
              <a:gd name="connsiteY2" fmla="*/ 28721 h 3814042"/>
              <a:gd name="connsiteX3" fmla="*/ 3835041 w 4153955"/>
              <a:gd name="connsiteY3" fmla="*/ 3814042 h 3814042"/>
              <a:gd name="connsiteX4" fmla="*/ 0 w 4153955"/>
              <a:gd name="connsiteY4" fmla="*/ 3813811 h 3814042"/>
              <a:gd name="connsiteX0" fmla="*/ 0 w 5056403"/>
              <a:gd name="connsiteY0" fmla="*/ 3813811 h 3814042"/>
              <a:gd name="connsiteX1" fmla="*/ 1217596 w 5056403"/>
              <a:gd name="connsiteY1" fmla="*/ 0 h 3814042"/>
              <a:gd name="connsiteX2" fmla="*/ 5056403 w 5056403"/>
              <a:gd name="connsiteY2" fmla="*/ 230 h 3814042"/>
              <a:gd name="connsiteX3" fmla="*/ 3835041 w 5056403"/>
              <a:gd name="connsiteY3" fmla="*/ 3814042 h 3814042"/>
              <a:gd name="connsiteX4" fmla="*/ 0 w 5056403"/>
              <a:gd name="connsiteY4" fmla="*/ 3813811 h 3814042"/>
              <a:gd name="connsiteX0" fmla="*/ 0 w 5058901"/>
              <a:gd name="connsiteY0" fmla="*/ 3813811 h 3814042"/>
              <a:gd name="connsiteX1" fmla="*/ 1217596 w 5058901"/>
              <a:gd name="connsiteY1" fmla="*/ 0 h 3814042"/>
              <a:gd name="connsiteX2" fmla="*/ 5058901 w 5058901"/>
              <a:gd name="connsiteY2" fmla="*/ 12141 h 3814042"/>
              <a:gd name="connsiteX3" fmla="*/ 3835041 w 5058901"/>
              <a:gd name="connsiteY3" fmla="*/ 3814042 h 3814042"/>
              <a:gd name="connsiteX4" fmla="*/ 0 w 5058901"/>
              <a:gd name="connsiteY4" fmla="*/ 3813811 h 3814042"/>
              <a:gd name="connsiteX0" fmla="*/ 0 w 5058901"/>
              <a:gd name="connsiteY0" fmla="*/ 3809840 h 3810071"/>
              <a:gd name="connsiteX1" fmla="*/ 1215098 w 5058901"/>
              <a:gd name="connsiteY1" fmla="*/ 0 h 3810071"/>
              <a:gd name="connsiteX2" fmla="*/ 5058901 w 5058901"/>
              <a:gd name="connsiteY2" fmla="*/ 8170 h 3810071"/>
              <a:gd name="connsiteX3" fmla="*/ 3835041 w 5058901"/>
              <a:gd name="connsiteY3" fmla="*/ 3810071 h 3810071"/>
              <a:gd name="connsiteX4" fmla="*/ 0 w 5058901"/>
              <a:gd name="connsiteY4" fmla="*/ 3809840 h 3810071"/>
              <a:gd name="connsiteX0" fmla="*/ 0 w 5058901"/>
              <a:gd name="connsiteY0" fmla="*/ 3801899 h 3802130"/>
              <a:gd name="connsiteX1" fmla="*/ 1215098 w 5058901"/>
              <a:gd name="connsiteY1" fmla="*/ 0 h 3802130"/>
              <a:gd name="connsiteX2" fmla="*/ 5058901 w 5058901"/>
              <a:gd name="connsiteY2" fmla="*/ 229 h 3802130"/>
              <a:gd name="connsiteX3" fmla="*/ 3835041 w 5058901"/>
              <a:gd name="connsiteY3" fmla="*/ 3802130 h 3802130"/>
              <a:gd name="connsiteX4" fmla="*/ 0 w 5058901"/>
              <a:gd name="connsiteY4" fmla="*/ 3801899 h 3802130"/>
              <a:gd name="connsiteX0" fmla="*/ 0 w 5051406"/>
              <a:gd name="connsiteY0" fmla="*/ 3801899 h 3802130"/>
              <a:gd name="connsiteX1" fmla="*/ 1215098 w 5051406"/>
              <a:gd name="connsiteY1" fmla="*/ 0 h 3802130"/>
              <a:gd name="connsiteX2" fmla="*/ 5051406 w 5051406"/>
              <a:gd name="connsiteY2" fmla="*/ 229 h 3802130"/>
              <a:gd name="connsiteX3" fmla="*/ 3835041 w 5051406"/>
              <a:gd name="connsiteY3" fmla="*/ 3802130 h 3802130"/>
              <a:gd name="connsiteX4" fmla="*/ 0 w 5051406"/>
              <a:gd name="connsiteY4" fmla="*/ 3801899 h 3802130"/>
              <a:gd name="connsiteX0" fmla="*/ 0 w 5051406"/>
              <a:gd name="connsiteY0" fmla="*/ 4028058 h 4028289"/>
              <a:gd name="connsiteX1" fmla="*/ 1279142 w 5051406"/>
              <a:gd name="connsiteY1" fmla="*/ 0 h 4028289"/>
              <a:gd name="connsiteX2" fmla="*/ 5051406 w 5051406"/>
              <a:gd name="connsiteY2" fmla="*/ 226388 h 4028289"/>
              <a:gd name="connsiteX3" fmla="*/ 3835041 w 5051406"/>
              <a:gd name="connsiteY3" fmla="*/ 4028289 h 4028289"/>
              <a:gd name="connsiteX4" fmla="*/ 0 w 5051406"/>
              <a:gd name="connsiteY4" fmla="*/ 4028058 h 4028289"/>
              <a:gd name="connsiteX0" fmla="*/ 0 w 5051406"/>
              <a:gd name="connsiteY0" fmla="*/ 4028058 h 4028059"/>
              <a:gd name="connsiteX1" fmla="*/ 1279142 w 5051406"/>
              <a:gd name="connsiteY1" fmla="*/ 0 h 4028059"/>
              <a:gd name="connsiteX2" fmla="*/ 5051406 w 5051406"/>
              <a:gd name="connsiteY2" fmla="*/ 226388 h 4028059"/>
              <a:gd name="connsiteX3" fmla="*/ 3539729 w 5051406"/>
              <a:gd name="connsiteY3" fmla="*/ 3632510 h 4028059"/>
              <a:gd name="connsiteX4" fmla="*/ 0 w 5051406"/>
              <a:gd name="connsiteY4" fmla="*/ 4028058 h 4028059"/>
              <a:gd name="connsiteX0" fmla="*/ 0 w 5051406"/>
              <a:gd name="connsiteY0" fmla="*/ 4028058 h 4028057"/>
              <a:gd name="connsiteX1" fmla="*/ 1279142 w 5051406"/>
              <a:gd name="connsiteY1" fmla="*/ 0 h 4028057"/>
              <a:gd name="connsiteX2" fmla="*/ 5051406 w 5051406"/>
              <a:gd name="connsiteY2" fmla="*/ 226388 h 4028057"/>
              <a:gd name="connsiteX3" fmla="*/ 3763882 w 5051406"/>
              <a:gd name="connsiteY3" fmla="*/ 4022635 h 4028057"/>
              <a:gd name="connsiteX4" fmla="*/ 0 w 5051406"/>
              <a:gd name="connsiteY4" fmla="*/ 4028058 h 4028057"/>
              <a:gd name="connsiteX0" fmla="*/ 0 w 5054964"/>
              <a:gd name="connsiteY0" fmla="*/ 4039137 h 4039138"/>
              <a:gd name="connsiteX1" fmla="*/ 1279142 w 5054964"/>
              <a:gd name="connsiteY1" fmla="*/ 11079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366 h 4039365"/>
              <a:gd name="connsiteX1" fmla="*/ 1453483 w 5054964"/>
              <a:gd name="connsiteY1" fmla="*/ 0 h 4039365"/>
              <a:gd name="connsiteX2" fmla="*/ 5054964 w 5054964"/>
              <a:gd name="connsiteY2" fmla="*/ 229 h 4039365"/>
              <a:gd name="connsiteX3" fmla="*/ 3763882 w 5054964"/>
              <a:gd name="connsiteY3" fmla="*/ 4033943 h 4039365"/>
              <a:gd name="connsiteX4" fmla="*/ 0 w 5054964"/>
              <a:gd name="connsiteY4" fmla="*/ 4039366 h 4039365"/>
              <a:gd name="connsiteX0" fmla="*/ 0 w 5054964"/>
              <a:gd name="connsiteY0" fmla="*/ 4039137 h 4039138"/>
              <a:gd name="connsiteX1" fmla="*/ 1282700 w 5054964"/>
              <a:gd name="connsiteY1" fmla="*/ 5425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137 h 4040572"/>
              <a:gd name="connsiteX1" fmla="*/ 1282700 w 5054964"/>
              <a:gd name="connsiteY1" fmla="*/ 5425 h 4040572"/>
              <a:gd name="connsiteX2" fmla="*/ 5054964 w 5054964"/>
              <a:gd name="connsiteY2" fmla="*/ 0 h 4040572"/>
              <a:gd name="connsiteX3" fmla="*/ 3926959 w 5054964"/>
              <a:gd name="connsiteY3" fmla="*/ 4040572 h 4040572"/>
              <a:gd name="connsiteX4" fmla="*/ 0 w 5054964"/>
              <a:gd name="connsiteY4" fmla="*/ 4039137 h 4040572"/>
              <a:gd name="connsiteX0" fmla="*/ 0 w 5054964"/>
              <a:gd name="connsiteY0" fmla="*/ 4039137 h 4039137"/>
              <a:gd name="connsiteX1" fmla="*/ 1282700 w 5054964"/>
              <a:gd name="connsiteY1" fmla="*/ 5425 h 4039137"/>
              <a:gd name="connsiteX2" fmla="*/ 5054964 w 5054964"/>
              <a:gd name="connsiteY2" fmla="*/ 0 h 4039137"/>
              <a:gd name="connsiteX3" fmla="*/ 3929871 w 5054964"/>
              <a:gd name="connsiteY3" fmla="*/ 4038286 h 4039137"/>
              <a:gd name="connsiteX4" fmla="*/ 0 w 5054964"/>
              <a:gd name="connsiteY4" fmla="*/ 4039137 h 4039137"/>
              <a:gd name="connsiteX0" fmla="*/ 0 w 5054964"/>
              <a:gd name="connsiteY0" fmla="*/ 4039137 h 4039137"/>
              <a:gd name="connsiteX1" fmla="*/ 1282700 w 5054964"/>
              <a:gd name="connsiteY1" fmla="*/ 5425 h 4039137"/>
              <a:gd name="connsiteX2" fmla="*/ 5054964 w 5054964"/>
              <a:gd name="connsiteY2" fmla="*/ 0 h 4039137"/>
              <a:gd name="connsiteX3" fmla="*/ 3947344 w 5054964"/>
              <a:gd name="connsiteY3" fmla="*/ 4038286 h 4039137"/>
              <a:gd name="connsiteX4" fmla="*/ 0 w 5054964"/>
              <a:gd name="connsiteY4" fmla="*/ 4039137 h 4039137"/>
              <a:gd name="connsiteX0" fmla="*/ 0 w 5060788"/>
              <a:gd name="connsiteY0" fmla="*/ 4041423 h 4041423"/>
              <a:gd name="connsiteX1" fmla="*/ 1288524 w 5060788"/>
              <a:gd name="connsiteY1" fmla="*/ 5425 h 4041423"/>
              <a:gd name="connsiteX2" fmla="*/ 5060788 w 5060788"/>
              <a:gd name="connsiteY2" fmla="*/ 0 h 4041423"/>
              <a:gd name="connsiteX3" fmla="*/ 3953168 w 5060788"/>
              <a:gd name="connsiteY3" fmla="*/ 4038286 h 4041423"/>
              <a:gd name="connsiteX4" fmla="*/ 0 w 5060788"/>
              <a:gd name="connsiteY4" fmla="*/ 4041423 h 4041423"/>
              <a:gd name="connsiteX0" fmla="*/ 0 w 5060788"/>
              <a:gd name="connsiteY0" fmla="*/ 4041423 h 4041423"/>
              <a:gd name="connsiteX1" fmla="*/ 2642651 w 5060788"/>
              <a:gd name="connsiteY1" fmla="*/ 853 h 4041423"/>
              <a:gd name="connsiteX2" fmla="*/ 5060788 w 5060788"/>
              <a:gd name="connsiteY2" fmla="*/ 0 h 4041423"/>
              <a:gd name="connsiteX3" fmla="*/ 3953168 w 5060788"/>
              <a:gd name="connsiteY3" fmla="*/ 4038286 h 4041423"/>
              <a:gd name="connsiteX4" fmla="*/ 0 w 5060788"/>
              <a:gd name="connsiteY4" fmla="*/ 4041423 h 4041423"/>
              <a:gd name="connsiteX0" fmla="*/ 0 w 4347323"/>
              <a:gd name="connsiteY0" fmla="*/ 4045995 h 4045995"/>
              <a:gd name="connsiteX1" fmla="*/ 2642651 w 4347323"/>
              <a:gd name="connsiteY1" fmla="*/ 5425 h 4045995"/>
              <a:gd name="connsiteX2" fmla="*/ 4347323 w 4347323"/>
              <a:gd name="connsiteY2" fmla="*/ 0 h 4045995"/>
              <a:gd name="connsiteX3" fmla="*/ 3953168 w 4347323"/>
              <a:gd name="connsiteY3" fmla="*/ 4042858 h 4045995"/>
              <a:gd name="connsiteX4" fmla="*/ 0 w 4347323"/>
              <a:gd name="connsiteY4" fmla="*/ 4045995 h 4045995"/>
              <a:gd name="connsiteX0" fmla="*/ 0 w 3953168"/>
              <a:gd name="connsiteY0" fmla="*/ 4043709 h 4043709"/>
              <a:gd name="connsiteX1" fmla="*/ 2642651 w 3953168"/>
              <a:gd name="connsiteY1" fmla="*/ 3139 h 4043709"/>
              <a:gd name="connsiteX2" fmla="*/ 3537758 w 3953168"/>
              <a:gd name="connsiteY2" fmla="*/ 0 h 4043709"/>
              <a:gd name="connsiteX3" fmla="*/ 3953168 w 3953168"/>
              <a:gd name="connsiteY3" fmla="*/ 4040572 h 4043709"/>
              <a:gd name="connsiteX4" fmla="*/ 0 w 3953168"/>
              <a:gd name="connsiteY4" fmla="*/ 4043709 h 4043709"/>
              <a:gd name="connsiteX0" fmla="*/ 0 w 3953168"/>
              <a:gd name="connsiteY0" fmla="*/ 4043709 h 4043709"/>
              <a:gd name="connsiteX1" fmla="*/ 2642651 w 3953168"/>
              <a:gd name="connsiteY1" fmla="*/ 3139 h 4043709"/>
              <a:gd name="connsiteX2" fmla="*/ 3537758 w 3953168"/>
              <a:gd name="connsiteY2" fmla="*/ 0 h 4043709"/>
              <a:gd name="connsiteX3" fmla="*/ 3611785 w 3953168"/>
              <a:gd name="connsiteY3" fmla="*/ 694979 h 4043709"/>
              <a:gd name="connsiteX4" fmla="*/ 3953168 w 3953168"/>
              <a:gd name="connsiteY4" fmla="*/ 4040572 h 4043709"/>
              <a:gd name="connsiteX5" fmla="*/ 0 w 3953168"/>
              <a:gd name="connsiteY5" fmla="*/ 4043709 h 4043709"/>
              <a:gd name="connsiteX0" fmla="*/ 0 w 4750417"/>
              <a:gd name="connsiteY0" fmla="*/ 4043709 h 4043709"/>
              <a:gd name="connsiteX1" fmla="*/ 2642651 w 4750417"/>
              <a:gd name="connsiteY1" fmla="*/ 3139 h 4043709"/>
              <a:gd name="connsiteX2" fmla="*/ 3537758 w 4750417"/>
              <a:gd name="connsiteY2" fmla="*/ 0 h 4043709"/>
              <a:gd name="connsiteX3" fmla="*/ 4750417 w 4750417"/>
              <a:gd name="connsiteY3" fmla="*/ 1924908 h 4043709"/>
              <a:gd name="connsiteX4" fmla="*/ 3953168 w 4750417"/>
              <a:gd name="connsiteY4" fmla="*/ 4040572 h 4043709"/>
              <a:gd name="connsiteX5" fmla="*/ 0 w 4750417"/>
              <a:gd name="connsiteY5" fmla="*/ 4043709 h 4043709"/>
              <a:gd name="connsiteX0" fmla="*/ 0 w 5015418"/>
              <a:gd name="connsiteY0" fmla="*/ 4043709 h 4043709"/>
              <a:gd name="connsiteX1" fmla="*/ 2642651 w 5015418"/>
              <a:gd name="connsiteY1" fmla="*/ 3139 h 4043709"/>
              <a:gd name="connsiteX2" fmla="*/ 3537758 w 5015418"/>
              <a:gd name="connsiteY2" fmla="*/ 0 h 4043709"/>
              <a:gd name="connsiteX3" fmla="*/ 5015418 w 5015418"/>
              <a:gd name="connsiteY3" fmla="*/ 2340981 h 4043709"/>
              <a:gd name="connsiteX4" fmla="*/ 3953168 w 5015418"/>
              <a:gd name="connsiteY4" fmla="*/ 4040572 h 4043709"/>
              <a:gd name="connsiteX5" fmla="*/ 0 w 5015418"/>
              <a:gd name="connsiteY5" fmla="*/ 4043709 h 4043709"/>
              <a:gd name="connsiteX0" fmla="*/ 0 w 5015418"/>
              <a:gd name="connsiteY0" fmla="*/ 4041423 h 4041423"/>
              <a:gd name="connsiteX1" fmla="*/ 2642651 w 5015418"/>
              <a:gd name="connsiteY1" fmla="*/ 853 h 4041423"/>
              <a:gd name="connsiteX2" fmla="*/ 3523197 w 5015418"/>
              <a:gd name="connsiteY2" fmla="*/ 0 h 4041423"/>
              <a:gd name="connsiteX3" fmla="*/ 5015418 w 5015418"/>
              <a:gd name="connsiteY3" fmla="*/ 2338695 h 4041423"/>
              <a:gd name="connsiteX4" fmla="*/ 3953168 w 5015418"/>
              <a:gd name="connsiteY4" fmla="*/ 4038286 h 4041423"/>
              <a:gd name="connsiteX5" fmla="*/ 0 w 5015418"/>
              <a:gd name="connsiteY5" fmla="*/ 4041423 h 4041423"/>
              <a:gd name="connsiteX0" fmla="*/ 0 w 4817395"/>
              <a:gd name="connsiteY0" fmla="*/ 4041423 h 4041423"/>
              <a:gd name="connsiteX1" fmla="*/ 2642651 w 4817395"/>
              <a:gd name="connsiteY1" fmla="*/ 853 h 4041423"/>
              <a:gd name="connsiteX2" fmla="*/ 3523197 w 4817395"/>
              <a:gd name="connsiteY2" fmla="*/ 0 h 4041423"/>
              <a:gd name="connsiteX3" fmla="*/ 4817395 w 4817395"/>
              <a:gd name="connsiteY3" fmla="*/ 2338695 h 4041423"/>
              <a:gd name="connsiteX4" fmla="*/ 3953168 w 4817395"/>
              <a:gd name="connsiteY4" fmla="*/ 4038286 h 4041423"/>
              <a:gd name="connsiteX5" fmla="*/ 0 w 4817395"/>
              <a:gd name="connsiteY5" fmla="*/ 4041423 h 4041423"/>
              <a:gd name="connsiteX0" fmla="*/ 0 w 5018330"/>
              <a:gd name="connsiteY0" fmla="*/ 4041423 h 4041423"/>
              <a:gd name="connsiteX1" fmla="*/ 2642651 w 5018330"/>
              <a:gd name="connsiteY1" fmla="*/ 853 h 4041423"/>
              <a:gd name="connsiteX2" fmla="*/ 3523197 w 5018330"/>
              <a:gd name="connsiteY2" fmla="*/ 0 h 4041423"/>
              <a:gd name="connsiteX3" fmla="*/ 5018330 w 5018330"/>
              <a:gd name="connsiteY3" fmla="*/ 2334123 h 4041423"/>
              <a:gd name="connsiteX4" fmla="*/ 3953168 w 5018330"/>
              <a:gd name="connsiteY4" fmla="*/ 4038286 h 4041423"/>
              <a:gd name="connsiteX5" fmla="*/ 0 w 5018330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3197 w 5021242"/>
              <a:gd name="connsiteY2" fmla="*/ 0 h 4041423"/>
              <a:gd name="connsiteX3" fmla="*/ 5021242 w 5021242"/>
              <a:gd name="connsiteY3" fmla="*/ 2334123 h 4041423"/>
              <a:gd name="connsiteX4" fmla="*/ 3953168 w 5021242"/>
              <a:gd name="connsiteY4" fmla="*/ 4038286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34123 h 4041423"/>
              <a:gd name="connsiteX4" fmla="*/ 3953168 w 5021242"/>
              <a:gd name="connsiteY4" fmla="*/ 4038286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34123 h 4041423"/>
              <a:gd name="connsiteX4" fmla="*/ 3935695 w 5021242"/>
              <a:gd name="connsiteY4" fmla="*/ 4036000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935695 w 5021242"/>
              <a:gd name="connsiteY4" fmla="*/ 4036000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815680 w 5021242"/>
              <a:gd name="connsiteY4" fmla="*/ 3899162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929980 w 5021242"/>
              <a:gd name="connsiteY4" fmla="*/ 4040486 h 4041423"/>
              <a:gd name="connsiteX5" fmla="*/ 0 w 5021242"/>
              <a:gd name="connsiteY5" fmla="*/ 4041423 h 4041423"/>
              <a:gd name="connsiteX0" fmla="*/ 0 w 5021242"/>
              <a:gd name="connsiteY0" fmla="*/ 4040570 h 4040570"/>
              <a:gd name="connsiteX1" fmla="*/ 2642651 w 5021242"/>
              <a:gd name="connsiteY1" fmla="*/ 0 h 4040570"/>
              <a:gd name="connsiteX2" fmla="*/ 3426151 w 5021242"/>
              <a:gd name="connsiteY2" fmla="*/ 79877 h 4040570"/>
              <a:gd name="connsiteX3" fmla="*/ 5021242 w 5021242"/>
              <a:gd name="connsiteY3" fmla="*/ 2341816 h 4040570"/>
              <a:gd name="connsiteX4" fmla="*/ 3929980 w 5021242"/>
              <a:gd name="connsiteY4" fmla="*/ 4039633 h 4040570"/>
              <a:gd name="connsiteX5" fmla="*/ 0 w 5021242"/>
              <a:gd name="connsiteY5" fmla="*/ 4040570 h 4040570"/>
              <a:gd name="connsiteX0" fmla="*/ 0 w 5021242"/>
              <a:gd name="connsiteY0" fmla="*/ 4041421 h 4041421"/>
              <a:gd name="connsiteX1" fmla="*/ 2642651 w 5021242"/>
              <a:gd name="connsiteY1" fmla="*/ 851 h 4041421"/>
              <a:gd name="connsiteX2" fmla="*/ 3520448 w 5021242"/>
              <a:gd name="connsiteY2" fmla="*/ 0 h 4041421"/>
              <a:gd name="connsiteX3" fmla="*/ 5021242 w 5021242"/>
              <a:gd name="connsiteY3" fmla="*/ 2342667 h 4041421"/>
              <a:gd name="connsiteX4" fmla="*/ 3929980 w 5021242"/>
              <a:gd name="connsiteY4" fmla="*/ 4040484 h 4041421"/>
              <a:gd name="connsiteX5" fmla="*/ 0 w 5021242"/>
              <a:gd name="connsiteY5" fmla="*/ 4041421 h 4041421"/>
              <a:gd name="connsiteX0" fmla="*/ 0 w 5021242"/>
              <a:gd name="connsiteY0" fmla="*/ 4040570 h 4040570"/>
              <a:gd name="connsiteX1" fmla="*/ 2642651 w 5021242"/>
              <a:gd name="connsiteY1" fmla="*/ 0 h 4040570"/>
              <a:gd name="connsiteX2" fmla="*/ 3440438 w 5021242"/>
              <a:gd name="connsiteY2" fmla="*/ 1395 h 4040570"/>
              <a:gd name="connsiteX3" fmla="*/ 5021242 w 5021242"/>
              <a:gd name="connsiteY3" fmla="*/ 2341816 h 4040570"/>
              <a:gd name="connsiteX4" fmla="*/ 3929980 w 5021242"/>
              <a:gd name="connsiteY4" fmla="*/ 4039633 h 4040570"/>
              <a:gd name="connsiteX5" fmla="*/ 0 w 5021242"/>
              <a:gd name="connsiteY5" fmla="*/ 4040570 h 4040570"/>
              <a:gd name="connsiteX0" fmla="*/ 0 w 5021242"/>
              <a:gd name="connsiteY0" fmla="*/ 4043666 h 4043666"/>
              <a:gd name="connsiteX1" fmla="*/ 2642651 w 5021242"/>
              <a:gd name="connsiteY1" fmla="*/ 3096 h 4043666"/>
              <a:gd name="connsiteX2" fmla="*/ 3529020 w 5021242"/>
              <a:gd name="connsiteY2" fmla="*/ 0 h 4043666"/>
              <a:gd name="connsiteX3" fmla="*/ 5021242 w 5021242"/>
              <a:gd name="connsiteY3" fmla="*/ 2344912 h 4043666"/>
              <a:gd name="connsiteX4" fmla="*/ 3929980 w 5021242"/>
              <a:gd name="connsiteY4" fmla="*/ 4042729 h 4043666"/>
              <a:gd name="connsiteX5" fmla="*/ 0 w 5021242"/>
              <a:gd name="connsiteY5" fmla="*/ 4043666 h 4043666"/>
              <a:gd name="connsiteX0" fmla="*/ 0 w 5021242"/>
              <a:gd name="connsiteY0" fmla="*/ 4045061 h 4045061"/>
              <a:gd name="connsiteX1" fmla="*/ 2654081 w 5021242"/>
              <a:gd name="connsiteY1" fmla="*/ 0 h 4045061"/>
              <a:gd name="connsiteX2" fmla="*/ 3529020 w 5021242"/>
              <a:gd name="connsiteY2" fmla="*/ 1395 h 4045061"/>
              <a:gd name="connsiteX3" fmla="*/ 5021242 w 5021242"/>
              <a:gd name="connsiteY3" fmla="*/ 2346307 h 4045061"/>
              <a:gd name="connsiteX4" fmla="*/ 3929980 w 5021242"/>
              <a:gd name="connsiteY4" fmla="*/ 4044124 h 4045061"/>
              <a:gd name="connsiteX5" fmla="*/ 0 w 5021242"/>
              <a:gd name="connsiteY5" fmla="*/ 4045061 h 4045061"/>
              <a:gd name="connsiteX0" fmla="*/ 0 w 5021242"/>
              <a:gd name="connsiteY0" fmla="*/ 4043666 h 4043666"/>
              <a:gd name="connsiteX1" fmla="*/ 2654081 w 5021242"/>
              <a:gd name="connsiteY1" fmla="*/ 851 h 4043666"/>
              <a:gd name="connsiteX2" fmla="*/ 3529020 w 5021242"/>
              <a:gd name="connsiteY2" fmla="*/ 0 h 4043666"/>
              <a:gd name="connsiteX3" fmla="*/ 5021242 w 5021242"/>
              <a:gd name="connsiteY3" fmla="*/ 2344912 h 4043666"/>
              <a:gd name="connsiteX4" fmla="*/ 3929980 w 5021242"/>
              <a:gd name="connsiteY4" fmla="*/ 4042729 h 4043666"/>
              <a:gd name="connsiteX5" fmla="*/ 0 w 5021242"/>
              <a:gd name="connsiteY5" fmla="*/ 4043666 h 4043666"/>
              <a:gd name="connsiteX0" fmla="*/ 0 w 4884082"/>
              <a:gd name="connsiteY0" fmla="*/ 4043666 h 4043666"/>
              <a:gd name="connsiteX1" fmla="*/ 2654081 w 4884082"/>
              <a:gd name="connsiteY1" fmla="*/ 851 h 4043666"/>
              <a:gd name="connsiteX2" fmla="*/ 3529020 w 4884082"/>
              <a:gd name="connsiteY2" fmla="*/ 0 h 4043666"/>
              <a:gd name="connsiteX3" fmla="*/ 4884082 w 4884082"/>
              <a:gd name="connsiteY3" fmla="*/ 2342667 h 4043666"/>
              <a:gd name="connsiteX4" fmla="*/ 3929980 w 4884082"/>
              <a:gd name="connsiteY4" fmla="*/ 4042729 h 4043666"/>
              <a:gd name="connsiteX5" fmla="*/ 0 w 4884082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929980 w 5018385"/>
              <a:gd name="connsiteY4" fmla="*/ 4042729 h 4043666"/>
              <a:gd name="connsiteX5" fmla="*/ 0 w 5018385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787105 w 5018385"/>
              <a:gd name="connsiteY4" fmla="*/ 3959656 h 4043666"/>
              <a:gd name="connsiteX5" fmla="*/ 0 w 5018385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935695 w 5018385"/>
              <a:gd name="connsiteY4" fmla="*/ 4042729 h 4043666"/>
              <a:gd name="connsiteX5" fmla="*/ 0 w 5018385"/>
              <a:gd name="connsiteY5" fmla="*/ 4043666 h 4043666"/>
              <a:gd name="connsiteX0" fmla="*/ 0 w 4992667"/>
              <a:gd name="connsiteY0" fmla="*/ 4005497 h 4042729"/>
              <a:gd name="connsiteX1" fmla="*/ 2628363 w 4992667"/>
              <a:gd name="connsiteY1" fmla="*/ 851 h 4042729"/>
              <a:gd name="connsiteX2" fmla="*/ 3503302 w 4992667"/>
              <a:gd name="connsiteY2" fmla="*/ 0 h 4042729"/>
              <a:gd name="connsiteX3" fmla="*/ 4992667 w 4992667"/>
              <a:gd name="connsiteY3" fmla="*/ 2344912 h 4042729"/>
              <a:gd name="connsiteX4" fmla="*/ 3909977 w 4992667"/>
              <a:gd name="connsiteY4" fmla="*/ 4042729 h 4042729"/>
              <a:gd name="connsiteX5" fmla="*/ 0 w 4992667"/>
              <a:gd name="connsiteY5" fmla="*/ 4005497 h 4042729"/>
              <a:gd name="connsiteX0" fmla="*/ 0 w 5015527"/>
              <a:gd name="connsiteY0" fmla="*/ 4045911 h 4045911"/>
              <a:gd name="connsiteX1" fmla="*/ 2651223 w 5015527"/>
              <a:gd name="connsiteY1" fmla="*/ 851 h 4045911"/>
              <a:gd name="connsiteX2" fmla="*/ 3526162 w 5015527"/>
              <a:gd name="connsiteY2" fmla="*/ 0 h 4045911"/>
              <a:gd name="connsiteX3" fmla="*/ 5015527 w 5015527"/>
              <a:gd name="connsiteY3" fmla="*/ 2344912 h 4045911"/>
              <a:gd name="connsiteX4" fmla="*/ 3932837 w 5015527"/>
              <a:gd name="connsiteY4" fmla="*/ 4042729 h 4045911"/>
              <a:gd name="connsiteX5" fmla="*/ 0 w 5015527"/>
              <a:gd name="connsiteY5" fmla="*/ 4045911 h 4045911"/>
              <a:gd name="connsiteX0" fmla="*/ 0 w 5015527"/>
              <a:gd name="connsiteY0" fmla="*/ 4045911 h 4047058"/>
              <a:gd name="connsiteX1" fmla="*/ 2651223 w 5015527"/>
              <a:gd name="connsiteY1" fmla="*/ 851 h 4047058"/>
              <a:gd name="connsiteX2" fmla="*/ 3526162 w 5015527"/>
              <a:gd name="connsiteY2" fmla="*/ 0 h 4047058"/>
              <a:gd name="connsiteX3" fmla="*/ 5015527 w 5015527"/>
              <a:gd name="connsiteY3" fmla="*/ 2344912 h 4047058"/>
              <a:gd name="connsiteX4" fmla="*/ 3930083 w 5015527"/>
              <a:gd name="connsiteY4" fmla="*/ 4047058 h 4047058"/>
              <a:gd name="connsiteX5" fmla="*/ 0 w 5015527"/>
              <a:gd name="connsiteY5" fmla="*/ 4045911 h 4047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15527" h="4047058">
                <a:moveTo>
                  <a:pt x="0" y="4045911"/>
                </a:moveTo>
                <a:lnTo>
                  <a:pt x="2651223" y="851"/>
                </a:lnTo>
                <a:lnTo>
                  <a:pt x="3526162" y="0"/>
                </a:lnTo>
                <a:lnTo>
                  <a:pt x="5015527" y="2344912"/>
                </a:lnTo>
                <a:lnTo>
                  <a:pt x="3930083" y="4047058"/>
                </a:lnTo>
                <a:lnTo>
                  <a:pt x="0" y="4045911"/>
                </a:ln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576000" bIns="0" anchor="ctr" anchorCtr="0"/>
          <a:lstStyle>
            <a:lvl1pPr algn="ctr">
              <a:defRPr lang="en-GB" sz="1200" dirty="0"/>
            </a:lvl1pPr>
          </a:lstStyle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2707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Dan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"/>
          <p:cNvSpPr>
            <a:spLocks noGrp="1"/>
          </p:cNvSpPr>
          <p:nvPr userDrawn="1">
            <p:ph idx="1"/>
          </p:nvPr>
        </p:nvSpPr>
        <p:spPr>
          <a:xfrm>
            <a:off x="537088" y="2203886"/>
            <a:ext cx="8058370" cy="1618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ts val="1200"/>
              </a:lnSpc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8673C2C9-9E24-45D3-9F6E-00D1E769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6AC34E01-B86D-4E79-B903-69D57631908F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4A70D063-63E3-43E9-943C-6A353929813F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0D4017EB-B2A5-4D7A-8CBD-CC6EF0BE4BD1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5" name="Parallelogramm 14">
              <a:extLst>
                <a:ext uri="{FF2B5EF4-FFF2-40B4-BE49-F238E27FC236}">
                  <a16:creationId xmlns:a16="http://schemas.microsoft.com/office/drawing/2014/main" id="{FBC19C50-14C1-468C-8A9D-02D7A3C2DF00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Parallelogramm 15">
              <a:extLst>
                <a:ext uri="{FF2B5EF4-FFF2-40B4-BE49-F238E27FC236}">
                  <a16:creationId xmlns:a16="http://schemas.microsoft.com/office/drawing/2014/main" id="{8318208A-96C9-4F6C-8572-61552609AB5C}"/>
                </a:ext>
              </a:extLst>
            </p:cNvPr>
            <p:cNvSpPr/>
            <p:nvPr userDrawn="1"/>
          </p:nvSpPr>
          <p:spPr>
            <a:xfrm flipH="1">
              <a:off x="2100964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739155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Aufzählung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8"/>
            <a:ext cx="8069263" cy="3168650"/>
          </a:xfrm>
          <a:prstGeom prst="rect">
            <a:avLst/>
          </a:prstGeom>
        </p:spPr>
        <p:txBody>
          <a:bodyPr lIns="0" tIns="0" rIns="0" bIns="0"/>
          <a:lstStyle>
            <a:lvl1pPr marL="2844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1pPr>
            <a:lvl3pPr marL="5688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3pPr>
            <a:lvl4pPr marL="8532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4pPr>
            <a:lvl5pPr marL="11376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5pPr>
            <a:lvl6pPr marL="14220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6pPr>
            <a:lvl7pPr marL="17064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7pPr>
            <a:lvl8pPr marL="19908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8pPr>
            <a:lvl9pPr marL="22752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2"/>
            <a:r>
              <a:rPr lang="de-DE" dirty="0"/>
              <a:t>Zweite Ebene</a:t>
            </a:r>
          </a:p>
          <a:p>
            <a:pPr lvl="3"/>
            <a:r>
              <a:rPr lang="de-DE" dirty="0"/>
              <a:t>Dritte Ebene</a:t>
            </a:r>
          </a:p>
          <a:p>
            <a:pPr lvl="4"/>
            <a:r>
              <a:rPr lang="de-DE" dirty="0"/>
              <a:t>Vierte Ebene</a:t>
            </a:r>
          </a:p>
          <a:p>
            <a:pPr lvl="5"/>
            <a:r>
              <a:rPr lang="de-DE" dirty="0"/>
              <a:t>Fünfte Ebene</a:t>
            </a:r>
          </a:p>
          <a:p>
            <a:pPr lvl="6"/>
            <a:r>
              <a:rPr lang="de-DE" dirty="0"/>
              <a:t>Sechste Ebene</a:t>
            </a:r>
          </a:p>
          <a:p>
            <a:pPr lvl="7"/>
            <a:r>
              <a:rPr lang="de-DE" dirty="0"/>
              <a:t>Siebte Ebene</a:t>
            </a:r>
          </a:p>
          <a:p>
            <a:pPr lvl="8"/>
            <a:r>
              <a:rPr lang="de-DE" dirty="0"/>
              <a:t>Achte Ebene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7738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Aufzählung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8069263" cy="2881313"/>
          </a:xfrm>
          <a:prstGeom prst="rect">
            <a:avLst/>
          </a:prstGeom>
        </p:spPr>
        <p:txBody>
          <a:bodyPr lIns="0" tIns="0" rIns="0" bIns="0"/>
          <a:lstStyle>
            <a:lvl1pPr marL="2844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1pPr>
            <a:lvl3pPr marL="5688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3pPr>
            <a:lvl4pPr marL="8532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4pPr>
            <a:lvl5pPr marL="11376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5pPr>
            <a:lvl6pPr marL="14220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6pPr>
            <a:lvl7pPr marL="17064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7pPr>
            <a:lvl8pPr marL="19908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8pPr>
            <a:lvl9pPr marL="22752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2"/>
            <a:r>
              <a:rPr lang="de-DE" dirty="0"/>
              <a:t>Zweite Ebene</a:t>
            </a:r>
          </a:p>
          <a:p>
            <a:pPr lvl="3"/>
            <a:r>
              <a:rPr lang="de-DE" dirty="0"/>
              <a:t>Dritte Ebene</a:t>
            </a:r>
          </a:p>
          <a:p>
            <a:pPr lvl="4"/>
            <a:r>
              <a:rPr lang="de-DE" dirty="0"/>
              <a:t>Vierte Ebene</a:t>
            </a:r>
          </a:p>
          <a:p>
            <a:pPr lvl="5"/>
            <a:r>
              <a:rPr lang="de-DE" dirty="0"/>
              <a:t>Fünfte Ebene</a:t>
            </a:r>
          </a:p>
          <a:p>
            <a:pPr lvl="6"/>
            <a:r>
              <a:rPr lang="de-DE" dirty="0"/>
              <a:t>Sechste Ebene</a:t>
            </a:r>
          </a:p>
          <a:p>
            <a:pPr lvl="7"/>
            <a:r>
              <a:rPr lang="de-DE" dirty="0"/>
              <a:t>Siebte Ebene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57E2BEC9-DE17-49F6-A9DF-997F8B1269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1"/>
            <a:ext cx="8064502" cy="618538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32080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Graf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51" y="1347788"/>
            <a:ext cx="3960813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4643438" y="1347786"/>
            <a:ext cx="3960812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B40DE734-A050-4998-B982-5BCCCE692D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396670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26615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Graf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48" y="1635124"/>
            <a:ext cx="3960813" cy="2881313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4643438" y="1635125"/>
            <a:ext cx="3960812" cy="2881312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A9667F28-8F0E-45E9-9049-157BF7919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1149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17" name="Inhaltsplatzhalter 11"/>
          <p:cNvSpPr>
            <a:spLocks noGrp="1"/>
          </p:cNvSpPr>
          <p:nvPr>
            <p:ph sz="quarter" idx="17"/>
          </p:nvPr>
        </p:nvSpPr>
        <p:spPr>
          <a:xfrm>
            <a:off x="4643438" y="134778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1B4A430-EB2D-44A9-893B-275CFF0E3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396670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1" name="Inhaltsplatzhalter 11">
            <a:extLst>
              <a:ext uri="{FF2B5EF4-FFF2-40B4-BE49-F238E27FC236}">
                <a16:creationId xmlns:a16="http://schemas.microsoft.com/office/drawing/2014/main" id="{E3893E4A-D4AE-426D-9362-E402BE3ED3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48837" y="298643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F8FE128-61D1-4D07-9602-FC500448710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8951" y="134778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3E35F8A6-8588-4AF8-8B51-A80A5446AC1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4350" y="298643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83338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1">
          <p15:clr>
            <a:srgbClr val="A4A3A4"/>
          </p15:clr>
        </p15:guide>
        <p15:guide id="2" orient="horz" pos="1869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12" name="Inhaltsplatzhalter 11"/>
          <p:cNvSpPr>
            <a:spLocks noGrp="1"/>
          </p:cNvSpPr>
          <p:nvPr>
            <p:ph sz="quarter" idx="17"/>
          </p:nvPr>
        </p:nvSpPr>
        <p:spPr>
          <a:xfrm>
            <a:off x="4648838" y="163512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31778350-B4FD-473A-92D2-B097255BC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A0854AF0-AC28-4DA3-A7DA-0BADE49415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48838" y="312907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D2BA8517-1E35-4DD3-BDBC-C5A9F63B8F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9750" y="163512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7" name="Inhaltsplatzhalter 11">
            <a:extLst>
              <a:ext uri="{FF2B5EF4-FFF2-40B4-BE49-F238E27FC236}">
                <a16:creationId xmlns:a16="http://schemas.microsoft.com/office/drawing/2014/main" id="{E9F551E5-2121-4290-9B9F-E317FEDB567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9750" y="312907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8655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83">
          <p15:clr>
            <a:srgbClr val="A4A3A4"/>
          </p15:clr>
        </p15:guide>
        <p15:guide id="2" orient="horz" pos="1915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6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1B4A430-EB2D-44A9-893B-275CFF0E3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396670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F8FE128-61D1-4D07-9602-FC500448710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8951" y="134778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3E35F8A6-8588-4AF8-8B51-A80A5446AC1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4350" y="298643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AF0D8FBF-A07C-4866-9389-B4137901E10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291266" y="134778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79B65DD1-9D52-420C-AA23-0BCA4F6CBC97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296665" y="298643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2001BB61-9874-48F8-A34A-6F400FC3841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011872" y="134778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8" name="Inhaltsplatzhalter 11">
            <a:extLst>
              <a:ext uri="{FF2B5EF4-FFF2-40B4-BE49-F238E27FC236}">
                <a16:creationId xmlns:a16="http://schemas.microsoft.com/office/drawing/2014/main" id="{CD7D5465-DF3D-42F7-BAC6-FD3D33C123CB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017650" y="298643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3243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1">
          <p15:clr>
            <a:srgbClr val="A4A3A4"/>
          </p15:clr>
        </p15:guide>
        <p15:guide id="2" orient="horz" pos="1869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6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12" name="Inhaltsplatzhalter 11"/>
          <p:cNvSpPr>
            <a:spLocks noGrp="1"/>
          </p:cNvSpPr>
          <p:nvPr>
            <p:ph sz="quarter" idx="17"/>
          </p:nvPr>
        </p:nvSpPr>
        <p:spPr>
          <a:xfrm>
            <a:off x="6026149" y="1635125"/>
            <a:ext cx="2592000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31778350-B4FD-473A-92D2-B097255BC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A0854AF0-AC28-4DA3-A7DA-0BADE49415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026149" y="3129075"/>
            <a:ext cx="2592000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D2BA8517-1E35-4DD3-BDBC-C5A9F63B8F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9751" y="1635125"/>
            <a:ext cx="2592388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7" name="Inhaltsplatzhalter 11">
            <a:extLst>
              <a:ext uri="{FF2B5EF4-FFF2-40B4-BE49-F238E27FC236}">
                <a16:creationId xmlns:a16="http://schemas.microsoft.com/office/drawing/2014/main" id="{E9F551E5-2121-4290-9B9F-E317FEDB567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9750" y="3129075"/>
            <a:ext cx="2592389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B528CB7A-D7D9-468E-81A2-9CF75ED72274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290888" y="1635125"/>
            <a:ext cx="2592000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8" name="Inhaltsplatzhalter 11">
            <a:extLst>
              <a:ext uri="{FF2B5EF4-FFF2-40B4-BE49-F238E27FC236}">
                <a16:creationId xmlns:a16="http://schemas.microsoft.com/office/drawing/2014/main" id="{A034FE27-32BF-4AC2-ABB1-F6000E7953CF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290888" y="3129075"/>
            <a:ext cx="2592000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1038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83">
          <p15:clr>
            <a:srgbClr val="A4A3A4"/>
          </p15:clr>
        </p15:guide>
        <p15:guide id="2" orient="horz" pos="1915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8"/>
            <a:ext cx="3960813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643438" y="1347788"/>
            <a:ext cx="3960812" cy="3168649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4515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3960813" cy="2881313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643438" y="1635125"/>
            <a:ext cx="3960812" cy="2881312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561435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8"/>
            <a:ext cx="2592387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E34E4F51-448C-4315-9D34-5713BF41AC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8507" y="1347788"/>
            <a:ext cx="2592387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4585D4AD-2687-4FE5-AA07-FE6B1ABB43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7263" y="1347788"/>
            <a:ext cx="2592387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949369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2592387" cy="2881313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F61A0D41-6B7F-4506-AD1B-65357D7090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17263" y="1635125"/>
            <a:ext cx="2592387" cy="2881313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FF784F38-3BDB-4633-AE58-414D4B3AF1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2877" y="1635125"/>
            <a:ext cx="2592387" cy="2881313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74089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Aufzählung 14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1347788"/>
            <a:ext cx="8064500" cy="316865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 marL="853200">
              <a:defRPr>
                <a:latin typeface="+mn-lt"/>
              </a:defRPr>
            </a:lvl3pPr>
            <a:lvl4pPr marL="1137600">
              <a:defRPr>
                <a:latin typeface="+mn-lt"/>
              </a:defRPr>
            </a:lvl4pPr>
            <a:lvl5pPr marL="1422000">
              <a:defRPr>
                <a:latin typeface="+mn-lt"/>
              </a:defRPr>
            </a:lvl5pPr>
            <a:lvl6pPr marL="1706400">
              <a:defRPr>
                <a:latin typeface="+mn-lt"/>
              </a:defRPr>
            </a:lvl6pPr>
            <a:lvl7pPr marL="1990800">
              <a:defRPr>
                <a:latin typeface="+mn-lt"/>
              </a:defRPr>
            </a:lvl7pPr>
            <a:lvl8pPr marL="2275200">
              <a:defRPr>
                <a:latin typeface="+mn-lt"/>
              </a:defRPr>
            </a:lvl8pPr>
            <a:lvl9pPr marL="2559600">
              <a:defRPr baseline="0">
                <a:latin typeface="+mn-lt"/>
              </a:defRPr>
            </a:lvl9pPr>
          </a:lstStyle>
          <a:p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Titelplatzhalter 9">
            <a:extLst>
              <a:ext uri="{FF2B5EF4-FFF2-40B4-BE49-F238E27FC236}">
                <a16:creationId xmlns:a16="http://schemas.microsoft.com/office/drawing/2014/main" id="{1078F63C-E67D-447C-9587-11C304B9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34677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658D9A-D362-4E60-8D9D-D3CCBCAC1E1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628D55B-F0F9-4553-A366-20529D5A0F7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ADDFC55-CD46-43B8-BBB6-745DA8F8252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91038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Aufzählung 14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1635125"/>
            <a:ext cx="8064500" cy="288131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 marL="853200">
              <a:defRPr>
                <a:latin typeface="+mn-lt"/>
              </a:defRPr>
            </a:lvl3pPr>
            <a:lvl4pPr marL="1137600">
              <a:defRPr>
                <a:latin typeface="+mn-lt"/>
              </a:defRPr>
            </a:lvl4pPr>
            <a:lvl5pPr marL="1422000">
              <a:defRPr>
                <a:latin typeface="+mn-lt"/>
              </a:defRPr>
            </a:lvl5pPr>
            <a:lvl6pPr marL="1706400">
              <a:defRPr>
                <a:latin typeface="+mn-lt"/>
              </a:defRPr>
            </a:lvl6pPr>
            <a:lvl7pPr marL="1990800">
              <a:defRPr>
                <a:latin typeface="+mn-lt"/>
              </a:defRPr>
            </a:lvl7pPr>
            <a:lvl8pPr marL="2275200">
              <a:defRPr>
                <a:latin typeface="+mn-lt"/>
              </a:defRPr>
            </a:lvl8pPr>
            <a:lvl9pPr marL="2559600">
              <a:defRPr baseline="0">
                <a:latin typeface="+mn-lt"/>
              </a:defRPr>
            </a:lvl9pPr>
          </a:lstStyle>
          <a:p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</p:txBody>
      </p:sp>
      <p:sp>
        <p:nvSpPr>
          <p:cNvPr id="8" name="Titelplatzhalter 9">
            <a:extLst>
              <a:ext uri="{FF2B5EF4-FFF2-40B4-BE49-F238E27FC236}">
                <a16:creationId xmlns:a16="http://schemas.microsoft.com/office/drawing/2014/main" id="{CA098561-4FE8-40A7-9C05-EBA73B8F5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54362AD-DCA6-4691-8F60-5C3F6D9C7A2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2C569EC-8102-496F-9A59-602276FD5F9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C7BA41-C6B5-4E40-B912-D7E3D397AE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032315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Graf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48" y="1347786"/>
            <a:ext cx="3960813" cy="3168652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4643438" y="1347786"/>
            <a:ext cx="3960812" cy="3168652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B40DE734-A050-4998-B982-5BCCCE692D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396670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9CDDBD1-2B5F-4590-B9C1-284DC232795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FF72F00D-6964-42BD-93AC-CAD44499877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0BF42BC-CBB9-41A4-BE48-83465225F07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8217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Graf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48" y="1635125"/>
            <a:ext cx="3960813" cy="2881313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4643438" y="1635125"/>
            <a:ext cx="3960812" cy="2881313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A9667F28-8F0E-45E9-9049-157BF7919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BE8BCB2-59A7-43B5-9F67-BAF961FD360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D6CFA7A-72A0-4FEE-9BC5-8BC8EEB683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FC316F5-00D7-47DB-A7E2-E9A1062AFEC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062858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9"/>
            <a:ext cx="3960813" cy="316865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50382" y="1347788"/>
            <a:ext cx="3960000" cy="1530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9" name="Titelplatzhalter 9">
            <a:extLst>
              <a:ext uri="{FF2B5EF4-FFF2-40B4-BE49-F238E27FC236}">
                <a16:creationId xmlns:a16="http://schemas.microsoft.com/office/drawing/2014/main" id="{EAD4A3A8-78FD-40B0-89EE-0F158B944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3707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C9983ED2-2F2C-46E9-A857-B72B4B91E8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3438" y="2986438"/>
            <a:ext cx="3960000" cy="1530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C3DEA4B-0DBE-4951-843B-C24B68FC75C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87510C-34B3-40A6-88C4-C03617CF0E0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8D6E12-BDD7-4A92-84CE-368D6B816F5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29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1" userDrawn="1">
          <p15:clr>
            <a:srgbClr val="A4A3A4"/>
          </p15:clr>
        </p15:guide>
        <p15:guide id="2" orient="horz" pos="1869" userDrawn="1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3960813" cy="2881311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50382" y="1635124"/>
            <a:ext cx="3960000" cy="1386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itelplatzhalter 9">
            <a:extLst>
              <a:ext uri="{FF2B5EF4-FFF2-40B4-BE49-F238E27FC236}">
                <a16:creationId xmlns:a16="http://schemas.microsoft.com/office/drawing/2014/main" id="{CF0495AF-EDBE-4B30-8AFA-7F32F0EC6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91EBDE8B-B031-4CD1-A527-52009124C0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50382" y="3130436"/>
            <a:ext cx="3960000" cy="1386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154CF33-07F1-43EA-86C7-78EBCAF24D1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E4C78C-33D6-47EC-BE3F-76362EDC680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33DD5F-53A4-4342-866C-F9A4584BE66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34869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15" userDrawn="1">
          <p15:clr>
            <a:srgbClr val="A4A3A4"/>
          </p15:clr>
        </p15:guide>
        <p15:guide id="2" orient="horz" pos="1983" userDrawn="1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4spaltig Bild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9"/>
            <a:ext cx="5327649" cy="316865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/>
          </p:nvPr>
        </p:nvSpPr>
        <p:spPr>
          <a:xfrm>
            <a:off x="6011862" y="1347788"/>
            <a:ext cx="2598519" cy="1530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9" name="Titelplatzhalter 9">
            <a:extLst>
              <a:ext uri="{FF2B5EF4-FFF2-40B4-BE49-F238E27FC236}">
                <a16:creationId xmlns:a16="http://schemas.microsoft.com/office/drawing/2014/main" id="{EAD4A3A8-78FD-40B0-89EE-0F158B944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3707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C9983ED2-2F2C-46E9-A857-B72B4B91E8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11862" y="2986438"/>
            <a:ext cx="2591576" cy="1530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7373529-F7A2-45A8-836D-809EBF13363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F96CBC6-FA68-44FA-91C4-9C7479D150F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F4B4FB-3D17-4C33-BF59-A5C985ED258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6383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1">
          <p15:clr>
            <a:srgbClr val="A4A3A4"/>
          </p15:clr>
        </p15:guide>
        <p15:guide id="2" orient="horz" pos="1869">
          <p15:clr>
            <a:srgbClr val="A4A3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4spaltig Bild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5327649" cy="2881311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6011862" y="1635124"/>
            <a:ext cx="2598519" cy="1386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itelplatzhalter 9">
            <a:extLst>
              <a:ext uri="{FF2B5EF4-FFF2-40B4-BE49-F238E27FC236}">
                <a16:creationId xmlns:a16="http://schemas.microsoft.com/office/drawing/2014/main" id="{CF0495AF-EDBE-4B30-8AFA-7F32F0EC6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91EBDE8B-B031-4CD1-A527-52009124C0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11862" y="3130436"/>
            <a:ext cx="2598519" cy="1386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75597BD-C3EF-4098-8380-1789F1B74EE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1C4FF3-7085-4390-B304-41BBBEAC733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994AAF0-742E-4CD3-B5AB-BFF0DA4AC9A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95848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15">
          <p15:clr>
            <a:srgbClr val="A4A3A4"/>
          </p15:clr>
        </p15:guide>
        <p15:guide id="2" orient="horz" pos="1983">
          <p15:clr>
            <a:srgbClr val="A4A3A4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2 Grafiken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45880" y="1347788"/>
            <a:ext cx="3960813" cy="2438777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0" y="4054010"/>
            <a:ext cx="8064500" cy="462428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Diagrammplatzhalter 5"/>
          <p:cNvSpPr>
            <a:spLocks noGrp="1"/>
          </p:cNvSpPr>
          <p:nvPr>
            <p:ph type="chart" sz="quarter" idx="16"/>
          </p:nvPr>
        </p:nvSpPr>
        <p:spPr>
          <a:xfrm>
            <a:off x="4643438" y="1347788"/>
            <a:ext cx="3960813" cy="2438778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0" name="Titelplatzhalter 9">
            <a:extLst>
              <a:ext uri="{FF2B5EF4-FFF2-40B4-BE49-F238E27FC236}">
                <a16:creationId xmlns:a16="http://schemas.microsoft.com/office/drawing/2014/main" id="{90292E58-B444-4B41-92F6-1EF6C24CD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4"/>
            <a:ext cx="8064502" cy="3453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816B3C4-5B86-40B1-9E66-9592F0482BD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AEE57E07-FC83-45B1-972A-148628B64F0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671446F-3325-44B4-AAE8-F41371B15B4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67885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2 Grafiken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51" y="1635126"/>
            <a:ext cx="3960813" cy="2151442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0" y="4054010"/>
            <a:ext cx="8064500" cy="462428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Diagrammplatzhalter 5"/>
          <p:cNvSpPr>
            <a:spLocks noGrp="1"/>
          </p:cNvSpPr>
          <p:nvPr>
            <p:ph type="chart" sz="quarter" idx="16"/>
          </p:nvPr>
        </p:nvSpPr>
        <p:spPr>
          <a:xfrm>
            <a:off x="4643438" y="1635126"/>
            <a:ext cx="3960813" cy="215144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9" name="Titelplatzhalter 9">
            <a:extLst>
              <a:ext uri="{FF2B5EF4-FFF2-40B4-BE49-F238E27FC236}">
                <a16:creationId xmlns:a16="http://schemas.microsoft.com/office/drawing/2014/main" id="{2356E8E2-A22E-4344-A615-BE1C7D098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524EE65-E726-45BF-B35A-20A1C90EF05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B559C8B-1516-466C-871E-FC16718A50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6C72815D-657F-499B-A0FC-CD97FB5025E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09097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nhaltsplatzhalter 11"/>
          <p:cNvSpPr>
            <a:spLocks noGrp="1"/>
          </p:cNvSpPr>
          <p:nvPr>
            <p:ph sz="quarter" idx="17"/>
          </p:nvPr>
        </p:nvSpPr>
        <p:spPr>
          <a:xfrm>
            <a:off x="4643438" y="134778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1B4A430-EB2D-44A9-893B-275CFF0E3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396670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1" name="Inhaltsplatzhalter 11">
            <a:extLst>
              <a:ext uri="{FF2B5EF4-FFF2-40B4-BE49-F238E27FC236}">
                <a16:creationId xmlns:a16="http://schemas.microsoft.com/office/drawing/2014/main" id="{E3893E4A-D4AE-426D-9362-E402BE3ED3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48837" y="298643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F8FE128-61D1-4D07-9602-FC500448710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8951" y="134778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3E35F8A6-8588-4AF8-8B51-A80A5446AC1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4350" y="298643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1EB69F8-F1B1-4A21-9EBE-0B3359338481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93FB787-8E90-4616-BFB8-81E4AA525C5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D5BB3F-911C-4C73-B1CE-73E27A76777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90055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1" userDrawn="1">
          <p15:clr>
            <a:srgbClr val="A4A3A4"/>
          </p15:clr>
        </p15:guide>
        <p15:guide id="2" orient="horz" pos="1869" userDrawn="1">
          <p15:clr>
            <a:srgbClr val="A4A3A4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11"/>
          <p:cNvSpPr>
            <a:spLocks noGrp="1"/>
          </p:cNvSpPr>
          <p:nvPr>
            <p:ph sz="quarter" idx="17"/>
          </p:nvPr>
        </p:nvSpPr>
        <p:spPr>
          <a:xfrm>
            <a:off x="4648838" y="163512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31778350-B4FD-473A-92D2-B097255BC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A0854AF0-AC28-4DA3-A7DA-0BADE49415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48838" y="312907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D2BA8517-1E35-4DD3-BDBC-C5A9F63B8F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9750" y="163512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7" name="Inhaltsplatzhalter 11">
            <a:extLst>
              <a:ext uri="{FF2B5EF4-FFF2-40B4-BE49-F238E27FC236}">
                <a16:creationId xmlns:a16="http://schemas.microsoft.com/office/drawing/2014/main" id="{E9F551E5-2121-4290-9B9F-E317FEDB567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9750" y="312907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5EC1D86-1E03-464B-94BD-4B145BF765B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2BB1E0-BEF3-4332-BEB3-11F7A60388E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225666-4ECC-4838-AD31-73C4588B0D94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50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83" userDrawn="1">
          <p15:clr>
            <a:srgbClr val="A4A3A4"/>
          </p15:clr>
        </p15:guide>
        <p15:guide id="2" orient="horz" pos="1915" userDrawn="1">
          <p15:clr>
            <a:srgbClr val="A4A3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1spalt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539748" y="1347788"/>
            <a:ext cx="8064500" cy="316865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platzhalter 9">
            <a:extLst>
              <a:ext uri="{FF2B5EF4-FFF2-40B4-BE49-F238E27FC236}">
                <a16:creationId xmlns:a16="http://schemas.microsoft.com/office/drawing/2014/main" id="{EC5359AF-FB62-482D-9B05-953F313D1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34677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795CFE1-438D-45FF-9241-3B89232677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693919-452E-4DAA-BE01-024CC2A327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48ED4A-E681-4314-A7D9-952F1C10EE0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477232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1spalt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539748" y="1635125"/>
            <a:ext cx="8064500" cy="2881313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7" name="Titelplatzhalter 9">
            <a:extLst>
              <a:ext uri="{FF2B5EF4-FFF2-40B4-BE49-F238E27FC236}">
                <a16:creationId xmlns:a16="http://schemas.microsoft.com/office/drawing/2014/main" id="{7FEE2481-B64C-48DE-96E9-60DFF5D24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394AC6D-6063-4A71-8EC4-D3854AEEC58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DDC81B1-A44E-438D-80D1-FA9DB536E14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40B69EE-DA62-43D9-9E89-284A0063A9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51375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3960813" cy="3168650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347788"/>
            <a:ext cx="3960812" cy="3168649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3F74A82-11AA-476A-ABB8-AAC8F682FCA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DAB8F4A-29B3-4A57-A4DC-3E0B595F6E1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F6A78B-B405-4530-8318-6B57187B973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6765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3960813" cy="2881313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635125"/>
            <a:ext cx="3960812" cy="2881312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EB9195D-040A-43D5-ADAD-796FF742FA5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3ED8D8A-A177-41D3-8865-4E10897C0ED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2898502-3D30-4F0A-9415-90766FF768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66592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E34E4F51-448C-4315-9D34-5713BF41AC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78507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4585D4AD-2687-4FE5-AA07-FE6B1ABB43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7263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51C505-4AC8-45E3-A7EA-8EB9EBD2C10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D3003C7-355F-4823-B3B6-EF3FE330212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38668B-34A4-40E9-ACB6-DFDB5A0AD91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877192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1000"/>
              </a:spcBef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F61A0D41-6B7F-4506-AD1B-65357D7090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17263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1000"/>
              </a:spcBef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FF784F38-3BDB-4633-AE58-414D4B3AF1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82877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1000"/>
              </a:spcBef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D22F657B-9177-4B97-B634-D922DB243F9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8C5C1DA-D9E6-46D2-BF2E-C50A93F09C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19B5684-6926-4C6A-A2D3-0AF9051FD8E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207012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Aufzählung 12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8"/>
            <a:ext cx="8069899" cy="31686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28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1pPr>
            <a:lvl2pPr>
              <a:lnSpc>
                <a:spcPct val="90000"/>
              </a:lnSpc>
              <a:spcBef>
                <a:spcPts val="800"/>
              </a:spcBef>
              <a:defRPr sz="1200"/>
            </a:lvl2pPr>
            <a:lvl3pPr marL="5184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3pPr>
            <a:lvl4pPr marL="6912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4pPr>
            <a:lvl5pPr marL="8640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5pPr>
            <a:lvl6pPr marL="10368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6pPr>
            <a:lvl7pPr marL="12096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7pPr>
            <a:lvl8pPr marL="1382400" indent="-172800">
              <a:lnSpc>
                <a:spcPts val="1400"/>
              </a:lnSpc>
              <a:spcBef>
                <a:spcPts val="800"/>
              </a:spcBef>
              <a:defRPr sz="1200" baseline="0">
                <a:latin typeface="+mn-lt"/>
              </a:defRPr>
            </a:lvl8pPr>
            <a:lvl9pPr marL="15552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353306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51044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Aufzählung 12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413FDDD-EA13-4443-B32C-E1883B2D20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609485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C28912E3-7BB7-4686-92EE-D17A34165B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635125"/>
            <a:ext cx="8069263" cy="288131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lnSpc>
                <a:spcPts val="1400"/>
              </a:lnSpc>
              <a:defRPr/>
            </a:lvl8pPr>
            <a:lvl9pPr>
              <a:defRPr/>
            </a:lvl9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327647851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3960813" cy="3168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347788"/>
            <a:ext cx="3960812" cy="316864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94682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3960813" cy="28813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635125"/>
            <a:ext cx="3960812" cy="28813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92478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2592387" cy="3168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E34E4F51-448C-4315-9D34-5713BF41AC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78507" y="1347788"/>
            <a:ext cx="2592387" cy="3168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4585D4AD-2687-4FE5-AA07-FE6B1ABB43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7263" y="1347788"/>
            <a:ext cx="2592387" cy="3168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166437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2592387" cy="28813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F61A0D41-6B7F-4506-AD1B-65357D7090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17263" y="1635125"/>
            <a:ext cx="2592387" cy="28813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FF784F38-3BDB-4633-AE58-414D4B3AF1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82877" y="1635125"/>
            <a:ext cx="2592387" cy="28813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903699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2 Grafiken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45880" y="1347788"/>
            <a:ext cx="3960813" cy="2438777"/>
          </a:xfrm>
        </p:spPr>
        <p:txBody>
          <a:bodyPr/>
          <a:lstStyle>
            <a:lvl1pPr marL="0" indent="0">
              <a:lnSpc>
                <a:spcPts val="14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0" y="4054010"/>
            <a:ext cx="8064500" cy="462428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Tx/>
              <a:buNone/>
              <a:defRPr sz="12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Diagrammplatzhalter 5"/>
          <p:cNvSpPr>
            <a:spLocks noGrp="1"/>
          </p:cNvSpPr>
          <p:nvPr>
            <p:ph type="chart" sz="quarter" idx="16"/>
          </p:nvPr>
        </p:nvSpPr>
        <p:spPr>
          <a:xfrm>
            <a:off x="4643438" y="1347788"/>
            <a:ext cx="3960813" cy="2438778"/>
          </a:xfrm>
        </p:spPr>
        <p:txBody>
          <a:bodyPr/>
          <a:lstStyle>
            <a:lvl1pPr marL="0" indent="0">
              <a:lnSpc>
                <a:spcPts val="14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0" name="Titelplatzhalter 9">
            <a:extLst>
              <a:ext uri="{FF2B5EF4-FFF2-40B4-BE49-F238E27FC236}">
                <a16:creationId xmlns:a16="http://schemas.microsoft.com/office/drawing/2014/main" id="{90292E58-B444-4B41-92F6-1EF6C24CD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4"/>
            <a:ext cx="8064502" cy="3453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975344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2 Grafiken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51" y="1635126"/>
            <a:ext cx="3960813" cy="2151442"/>
          </a:xfrm>
        </p:spPr>
        <p:txBody>
          <a:bodyPr/>
          <a:lstStyle>
            <a:lvl1pPr marL="0" indent="0">
              <a:lnSpc>
                <a:spcPts val="1400"/>
              </a:lnSpc>
              <a:buFontTx/>
              <a:buNone/>
              <a:defRPr sz="1200"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0" y="4054010"/>
            <a:ext cx="8064500" cy="462428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Tx/>
              <a:buNone/>
              <a:defRPr sz="12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Diagrammplatzhalter 5"/>
          <p:cNvSpPr>
            <a:spLocks noGrp="1"/>
          </p:cNvSpPr>
          <p:nvPr>
            <p:ph type="chart" sz="quarter" idx="16"/>
          </p:nvPr>
        </p:nvSpPr>
        <p:spPr>
          <a:xfrm>
            <a:off x="4643438" y="1635126"/>
            <a:ext cx="3960813" cy="2151440"/>
          </a:xfrm>
        </p:spPr>
        <p:txBody>
          <a:bodyPr/>
          <a:lstStyle>
            <a:lvl1pPr marL="0" indent="0">
              <a:lnSpc>
                <a:spcPts val="1400"/>
              </a:lnSpc>
              <a:buFontTx/>
              <a:buNone/>
              <a:defRPr sz="1200"/>
            </a:lvl1pPr>
          </a:lstStyle>
          <a:p>
            <a:endParaRPr lang="de-DE" dirty="0"/>
          </a:p>
        </p:txBody>
      </p:sp>
      <p:sp>
        <p:nvSpPr>
          <p:cNvPr id="9" name="Titelplatzhalter 9">
            <a:extLst>
              <a:ext uri="{FF2B5EF4-FFF2-40B4-BE49-F238E27FC236}">
                <a16:creationId xmlns:a16="http://schemas.microsoft.com/office/drawing/2014/main" id="{2356E8E2-A22E-4344-A615-BE1C7D098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71258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1/1 Bild mit Le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539750" y="4373230"/>
            <a:ext cx="8064500" cy="2059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spcBef>
                <a:spcPts val="800"/>
              </a:spcBef>
              <a:buNone/>
              <a:defRPr sz="12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BECA2B6-A0FC-4D93-AA20-001A2E012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381660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32FFD0BC-CDB7-439A-8302-57046DB564C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9750" y="1347788"/>
            <a:ext cx="8064500" cy="29527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2438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0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1/1 Bild mit Le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539750" y="4378653"/>
            <a:ext cx="8064500" cy="2059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buNone/>
              <a:defRPr sz="12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630A110C-3D67-4101-87E4-F48D13C2A2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609485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CAED37D4-476A-423E-9BBF-CE21D475E31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9750" y="1635126"/>
            <a:ext cx="8064500" cy="26654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/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70721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09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Aufzählung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8"/>
            <a:ext cx="8069899" cy="3168650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1pPr>
            <a:lvl2pPr>
              <a:spcBef>
                <a:spcPts val="500"/>
              </a:spcBef>
              <a:defRPr/>
            </a:lvl2pPr>
            <a:lvl3pPr marL="5184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3pPr>
            <a:lvl4pPr marL="6912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4pPr>
            <a:lvl5pPr marL="8640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5pPr>
            <a:lvl6pPr marL="10368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6pPr>
            <a:lvl7pPr marL="12096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7pPr>
            <a:lvl8pPr marL="13824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8pPr>
            <a:lvl9pPr marL="15552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353306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771113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Aufzählung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8069899" cy="2881313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1pPr>
            <a:lvl2pPr>
              <a:spcBef>
                <a:spcPts val="500"/>
              </a:spcBef>
              <a:defRPr/>
            </a:lvl2pPr>
            <a:lvl3pPr marL="5184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3pPr>
            <a:lvl4pPr marL="6912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4pPr>
            <a:lvl5pPr marL="8640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5pPr>
            <a:lvl6pPr marL="10368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6pPr>
            <a:lvl7pPr marL="12096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7pPr>
            <a:lvl8pPr marL="13824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8pPr>
            <a:lvl9pPr marL="15552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413FDDD-EA13-4443-B32C-E1883B2D20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609485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24200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3960813" cy="3168650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347788"/>
            <a:ext cx="3960812" cy="3168649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169230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3960813" cy="2881313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635125"/>
            <a:ext cx="3960812" cy="2881312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3998891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E34E4F51-448C-4315-9D34-5713BF41AC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78507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4585D4AD-2687-4FE5-AA07-FE6B1ABB43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7263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4511685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F61A0D41-6B7F-4506-AD1B-65357D7090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17263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FF784F38-3BDB-4633-AE58-414D4B3AF1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82877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885420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theme" Target="../theme/theme2.xml"/><Relationship Id="rId7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4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0.xml"/><Relationship Id="rId19" Type="http://schemas.openxmlformats.org/officeDocument/2006/relationships/theme" Target="../theme/theme4.xml"/><Relationship Id="rId20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Relationship Id="rId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0.xml"/><Relationship Id="rId11" Type="http://schemas.openxmlformats.org/officeDocument/2006/relationships/theme" Target="../theme/theme5.xml"/><Relationship Id="rId12" Type="http://schemas.openxmlformats.org/officeDocument/2006/relationships/image" Target="../media/image1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theme" Target="../theme/theme6.xml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36" y="197224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7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800" r:id="rId3"/>
    <p:sldLayoutId id="2147483799" r:id="rId4"/>
    <p:sldLayoutId id="2147483679" r:id="rId5"/>
  </p:sldLayoutIdLst>
  <p:hf hdr="0"/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3500" b="0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0" indent="0" algn="l" defTabSz="2880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2880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257300" indent="-342900" algn="l" defTabSz="288000" rtl="0" eaLnBrk="1" latinLnBrk="0" hangingPunct="1">
        <a:lnSpc>
          <a:spcPct val="90000"/>
        </a:lnSpc>
        <a:spcBef>
          <a:spcPts val="500"/>
        </a:spcBef>
        <a:buFont typeface="+mj-lt"/>
        <a:buAutoNum type="arabicPeriod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2880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171700" indent="-342900" algn="l" defTabSz="288000" rtl="0" eaLnBrk="1" latinLnBrk="0" hangingPunct="1">
        <a:lnSpc>
          <a:spcPct val="90000"/>
        </a:lnSpc>
        <a:spcBef>
          <a:spcPts val="500"/>
        </a:spcBef>
        <a:buFont typeface="+mj-lt"/>
        <a:buAutoNum type="arabicPeriod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3" userDrawn="1">
          <p15:clr>
            <a:srgbClr val="F26B43"/>
          </p15:clr>
        </p15:guide>
        <p15:guide id="3" orient="horz" pos="1461" userDrawn="1">
          <p15:clr>
            <a:srgbClr val="F26B43"/>
          </p15:clr>
        </p15:guide>
        <p15:guide id="4" orient="horz" pos="282" userDrawn="1">
          <p15:clr>
            <a:srgbClr val="F26B43"/>
          </p15:clr>
        </p15:guide>
        <p15:guide id="5" pos="340" userDrawn="1">
          <p15:clr>
            <a:srgbClr val="F26B43"/>
          </p15:clr>
        </p15:guide>
        <p15:guide id="6" orient="horz" pos="463" userDrawn="1">
          <p15:clr>
            <a:srgbClr val="F26B43"/>
          </p15:clr>
        </p15:guide>
        <p15:guide id="7" orient="horz" pos="962" userDrawn="1">
          <p15:clr>
            <a:srgbClr val="F26B43"/>
          </p15:clr>
        </p15:guide>
        <p15:guide id="9" pos="54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36" y="197224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43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</p:sldLayoutIdLst>
  <p:hf hdr="0"/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3500" b="0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0" indent="0" algn="l" defTabSz="2880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2880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257300" indent="-342900" algn="l" defTabSz="288000" rtl="0" eaLnBrk="1" latinLnBrk="0" hangingPunct="1">
        <a:lnSpc>
          <a:spcPct val="90000"/>
        </a:lnSpc>
        <a:spcBef>
          <a:spcPts val="500"/>
        </a:spcBef>
        <a:buFont typeface="+mj-lt"/>
        <a:buAutoNum type="arabicPeriod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2880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171700" indent="-342900" algn="l" defTabSz="288000" rtl="0" eaLnBrk="1" latinLnBrk="0" hangingPunct="1">
        <a:lnSpc>
          <a:spcPct val="90000"/>
        </a:lnSpc>
        <a:spcBef>
          <a:spcPts val="500"/>
        </a:spcBef>
        <a:buFont typeface="+mj-lt"/>
        <a:buAutoNum type="arabicPeriod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3">
          <p15:clr>
            <a:srgbClr val="F26B43"/>
          </p15:clr>
        </p15:guide>
        <p15:guide id="3" orient="horz" pos="1461">
          <p15:clr>
            <a:srgbClr val="F26B43"/>
          </p15:clr>
        </p15:guide>
        <p15:guide id="4" orient="horz" pos="282">
          <p15:clr>
            <a:srgbClr val="F26B43"/>
          </p15:clr>
        </p15:guide>
        <p15:guide id="5" pos="340">
          <p15:clr>
            <a:srgbClr val="F26B43"/>
          </p15:clr>
        </p15:guide>
        <p15:guide id="6" orient="horz" pos="463">
          <p15:clr>
            <a:srgbClr val="F26B43"/>
          </p15:clr>
        </p15:guide>
        <p15:guide id="7" orient="horz" pos="962">
          <p15:clr>
            <a:srgbClr val="F26B43"/>
          </p15:clr>
        </p15:guide>
        <p15:guide id="9" pos="542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 txBox="1">
            <a:spLocks/>
          </p:cNvSpPr>
          <p:nvPr userDrawn="1"/>
        </p:nvSpPr>
        <p:spPr>
          <a:xfrm>
            <a:off x="545880" y="1191497"/>
            <a:ext cx="7772400" cy="737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400"/>
              </a:lnSpc>
            </a:pPr>
            <a:endParaRPr lang="de-DE" sz="3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Titelplatzhalter 9"/>
          <p:cNvSpPr>
            <a:spLocks noGrp="1"/>
          </p:cNvSpPr>
          <p:nvPr>
            <p:ph type="title"/>
          </p:nvPr>
        </p:nvSpPr>
        <p:spPr>
          <a:xfrm>
            <a:off x="539748" y="735013"/>
            <a:ext cx="8064502" cy="6148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1614" y="4888800"/>
            <a:ext cx="308036" cy="1034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800" b="1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1196241" y="4888800"/>
            <a:ext cx="5647288" cy="103466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cxnSp>
        <p:nvCxnSpPr>
          <p:cNvPr id="15" name="Gerade Verbindung 14"/>
          <p:cNvCxnSpPr/>
          <p:nvPr userDrawn="1"/>
        </p:nvCxnSpPr>
        <p:spPr>
          <a:xfrm>
            <a:off x="539750" y="4809684"/>
            <a:ext cx="8064501" cy="980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Datumsplatzhalter 6"/>
          <p:cNvSpPr>
            <a:spLocks noGrp="1"/>
          </p:cNvSpPr>
          <p:nvPr>
            <p:ph type="dt" sz="half" idx="2"/>
          </p:nvPr>
        </p:nvSpPr>
        <p:spPr>
          <a:xfrm>
            <a:off x="7477128" y="4888800"/>
            <a:ext cx="824487" cy="10346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idx="1"/>
          </p:nvPr>
        </p:nvSpPr>
        <p:spPr>
          <a:xfrm>
            <a:off x="539748" y="1635124"/>
            <a:ext cx="8064502" cy="287711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Ebene</a:t>
            </a:r>
          </a:p>
          <a:p>
            <a:pPr lvl="2"/>
            <a:r>
              <a:rPr lang="de-DE" dirty="0"/>
              <a:t>Zweite Ebene</a:t>
            </a:r>
          </a:p>
          <a:p>
            <a:pPr lvl="3"/>
            <a:r>
              <a:rPr lang="de-DE" dirty="0"/>
              <a:t>Dritte Ebene</a:t>
            </a:r>
          </a:p>
          <a:p>
            <a:pPr lvl="4"/>
            <a:r>
              <a:rPr lang="de-DE" dirty="0"/>
              <a:t>Vierte Ebene</a:t>
            </a:r>
          </a:p>
          <a:p>
            <a:pPr lvl="5"/>
            <a:r>
              <a:rPr lang="de-DE" dirty="0"/>
              <a:t>Fünfte Ebene</a:t>
            </a:r>
          </a:p>
          <a:p>
            <a:pPr lvl="6"/>
            <a:r>
              <a:rPr lang="de-DE" dirty="0"/>
              <a:t>Sechste Ebene</a:t>
            </a:r>
          </a:p>
          <a:p>
            <a:pPr lvl="7"/>
            <a:r>
              <a:rPr lang="de-DE" dirty="0"/>
              <a:t>Siebte Ebene</a:t>
            </a:r>
          </a:p>
          <a:p>
            <a:pPr lvl="8"/>
            <a:r>
              <a:rPr lang="de-DE" dirty="0"/>
              <a:t>Achte Ebene</a:t>
            </a:r>
          </a:p>
        </p:txBody>
      </p:sp>
      <p:sp>
        <p:nvSpPr>
          <p:cNvPr id="14" name="Textfeld 13"/>
          <p:cNvSpPr txBox="1"/>
          <p:nvPr userDrawn="1"/>
        </p:nvSpPr>
        <p:spPr>
          <a:xfrm>
            <a:off x="545880" y="4888800"/>
            <a:ext cx="6451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800" b="1" dirty="0"/>
              <a:t>Inselspital –</a:t>
            </a:r>
            <a:endParaRPr lang="en-GB" sz="800" dirty="0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90" y="191701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147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67" r:id="rId3"/>
    <p:sldLayoutId id="2147483768" r:id="rId4"/>
    <p:sldLayoutId id="2147483775" r:id="rId5"/>
    <p:sldLayoutId id="2147483776" r:id="rId6"/>
    <p:sldLayoutId id="2147483777" r:id="rId7"/>
    <p:sldLayoutId id="2147483778" r:id="rId8"/>
    <p:sldLayoutId id="2147483732" r:id="rId9"/>
    <p:sldLayoutId id="2147483733" r:id="rId10"/>
    <p:sldLayoutId id="2147483779" r:id="rId11"/>
    <p:sldLayoutId id="2147483780" r:id="rId12"/>
  </p:sldLayoutIdLst>
  <p:hf hdr="0"/>
  <p:txStyles>
    <p:titleStyle>
      <a:lvl1pPr algn="l" defTabSz="914400" rtl="0" eaLnBrk="1" latinLnBrk="0" hangingPunct="1">
        <a:lnSpc>
          <a:spcPts val="2700"/>
        </a:lnSpc>
        <a:spcBef>
          <a:spcPct val="0"/>
        </a:spcBef>
        <a:buNone/>
        <a:defRPr sz="2200" b="1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284400" indent="-284400" algn="l" defTabSz="2880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284400" indent="-284400" algn="l" defTabSz="2880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568800" indent="-284400" algn="l" defTabSz="2880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853200" indent="-284400" algn="l" defTabSz="2880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1137600" indent="-284400" algn="l" defTabSz="2880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5pPr>
      <a:lvl6pPr marL="1422000" indent="-284400" algn="l" defTabSz="9144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706400" indent="-284400" algn="l" defTabSz="9144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990800" indent="-284400" algn="l" defTabSz="9144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75200" indent="-284400" algn="l" defTabSz="9144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5" userDrawn="1">
          <p15:clr>
            <a:srgbClr val="F26B43"/>
          </p15:clr>
        </p15:guide>
        <p15:guide id="3" orient="horz" pos="282" userDrawn="1">
          <p15:clr>
            <a:srgbClr val="F26B43"/>
          </p15:clr>
        </p15:guide>
        <p15:guide id="4" pos="340" userDrawn="1">
          <p15:clr>
            <a:srgbClr val="F26B43"/>
          </p15:clr>
        </p15:guide>
        <p15:guide id="5" orient="horz" pos="463" userDrawn="1">
          <p15:clr>
            <a:srgbClr val="F26B43"/>
          </p15:clr>
        </p15:guide>
        <p15:guide id="6" orient="horz" pos="1030" userDrawn="1">
          <p15:clr>
            <a:srgbClr val="F26B43"/>
          </p15:clr>
        </p15:guide>
        <p15:guide id="7" orient="horz" pos="849" userDrawn="1">
          <p15:clr>
            <a:srgbClr val="F26B43"/>
          </p15:clr>
        </p15:guide>
        <p15:guide id="8" pos="5420" userDrawn="1">
          <p15:clr>
            <a:srgbClr val="F26B43"/>
          </p15:clr>
        </p15:guide>
        <p15:guide id="9" pos="2925" userDrawn="1">
          <p15:clr>
            <a:srgbClr val="F26B43"/>
          </p15:clr>
        </p15:guide>
        <p15:guide id="10" orient="horz" pos="2845" userDrawn="1">
          <p15:clr>
            <a:srgbClr val="F26B43"/>
          </p15:clr>
        </p15:guide>
        <p15:guide id="11" pos="3696" userDrawn="1">
          <p15:clr>
            <a:srgbClr val="F26B43"/>
          </p15:clr>
        </p15:guide>
        <p15:guide id="12" pos="3787" userDrawn="1">
          <p15:clr>
            <a:srgbClr val="F26B43"/>
          </p15:clr>
        </p15:guide>
        <p15:guide id="13" pos="4558" userDrawn="1">
          <p15:clr>
            <a:srgbClr val="F26B43"/>
          </p15:clr>
        </p15:guide>
        <p15:guide id="14" pos="4649" userDrawn="1">
          <p15:clr>
            <a:srgbClr val="F26B43"/>
          </p15:clr>
        </p15:guide>
        <p15:guide id="15" pos="1111" userDrawn="1">
          <p15:clr>
            <a:srgbClr val="F26B43"/>
          </p15:clr>
        </p15:guide>
        <p15:guide id="16" pos="1202" userDrawn="1">
          <p15:clr>
            <a:srgbClr val="F26B43"/>
          </p15:clr>
        </p15:guide>
        <p15:guide id="17" pos="1973" userDrawn="1">
          <p15:clr>
            <a:srgbClr val="F26B43"/>
          </p15:clr>
        </p15:guide>
        <p15:guide id="18" pos="2073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platzhalter 9"/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1614" y="4888800"/>
            <a:ext cx="308036" cy="1034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800" b="1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1193744" y="4888800"/>
            <a:ext cx="5581721" cy="103466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cxnSp>
        <p:nvCxnSpPr>
          <p:cNvPr id="15" name="Gerade Verbindung 14"/>
          <p:cNvCxnSpPr/>
          <p:nvPr userDrawn="1"/>
        </p:nvCxnSpPr>
        <p:spPr>
          <a:xfrm>
            <a:off x="539750" y="4809600"/>
            <a:ext cx="8064501" cy="980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Datumsplatzhalter 6"/>
          <p:cNvSpPr>
            <a:spLocks noGrp="1"/>
          </p:cNvSpPr>
          <p:nvPr>
            <p:ph type="dt" sz="half" idx="2"/>
          </p:nvPr>
        </p:nvSpPr>
        <p:spPr>
          <a:xfrm>
            <a:off x="7477128" y="4888800"/>
            <a:ext cx="824487" cy="10346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>
          <a:xfrm>
            <a:off x="545880" y="1635124"/>
            <a:ext cx="8064502" cy="28813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E585E0A-E625-49EF-BE2B-9D8025621D23}"/>
              </a:ext>
            </a:extLst>
          </p:cNvPr>
          <p:cNvSpPr txBox="1"/>
          <p:nvPr userDrawn="1"/>
        </p:nvSpPr>
        <p:spPr>
          <a:xfrm>
            <a:off x="545880" y="4888800"/>
            <a:ext cx="6451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800" b="1" dirty="0"/>
              <a:t>Inselspital –</a:t>
            </a:r>
            <a:endParaRPr lang="en-GB" sz="800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90" y="191701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57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69" r:id="rId3"/>
    <p:sldLayoutId id="2147483770" r:id="rId4"/>
    <p:sldLayoutId id="2147483722" r:id="rId5"/>
    <p:sldLayoutId id="2147483723" r:id="rId6"/>
    <p:sldLayoutId id="2147483781" r:id="rId7"/>
    <p:sldLayoutId id="2147483782" r:id="rId8"/>
    <p:sldLayoutId id="2147483727" r:id="rId9"/>
    <p:sldLayoutId id="2147483726" r:id="rId10"/>
    <p:sldLayoutId id="2147483773" r:id="rId11"/>
    <p:sldLayoutId id="2147483774" r:id="rId12"/>
    <p:sldLayoutId id="2147483734" r:id="rId13"/>
    <p:sldLayoutId id="2147483735" r:id="rId14"/>
    <p:sldLayoutId id="2147483793" r:id="rId15"/>
    <p:sldLayoutId id="2147483794" r:id="rId16"/>
    <p:sldLayoutId id="2147483795" r:id="rId17"/>
    <p:sldLayoutId id="2147483796" r:id="rId18"/>
  </p:sldLayoutIdLst>
  <p:hf hdr="0"/>
  <p:txStyles>
    <p:titleStyle>
      <a:lvl1pPr algn="l" defTabSz="914400" rtl="0" eaLnBrk="1" latinLnBrk="0" hangingPunct="1">
        <a:lnSpc>
          <a:spcPts val="2700"/>
        </a:lnSpc>
        <a:spcBef>
          <a:spcPct val="0"/>
        </a:spcBef>
        <a:buNone/>
        <a:defRPr sz="2200" b="1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284400" indent="-284400" algn="l" defTabSz="2880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4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568800" indent="-284400" algn="l" defTabSz="2880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4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853200" indent="-284400" algn="l" defTabSz="2880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4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1137600" indent="-284400" algn="l" defTabSz="2880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4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1422000" indent="-284400" algn="l" defTabSz="2880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4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5pPr>
      <a:lvl6pPr marL="1706400" indent="-284400" algn="l" defTabSz="9144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90800" indent="-284400" algn="l" defTabSz="9144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75200" indent="-284400" algn="l" defTabSz="9144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559600" indent="-284400" algn="l" defTabSz="9144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5" userDrawn="1">
          <p15:clr>
            <a:srgbClr val="F26B43"/>
          </p15:clr>
        </p15:guide>
        <p15:guide id="3" orient="horz" pos="282" userDrawn="1">
          <p15:clr>
            <a:srgbClr val="F26B43"/>
          </p15:clr>
        </p15:guide>
        <p15:guide id="4" pos="340" userDrawn="1">
          <p15:clr>
            <a:srgbClr val="F26B43"/>
          </p15:clr>
        </p15:guide>
        <p15:guide id="5" orient="horz" pos="463" userDrawn="1">
          <p15:clr>
            <a:srgbClr val="F26B43"/>
          </p15:clr>
        </p15:guide>
        <p15:guide id="6" orient="horz" pos="1030" userDrawn="1">
          <p15:clr>
            <a:srgbClr val="F26B43"/>
          </p15:clr>
        </p15:guide>
        <p15:guide id="7" orient="horz" pos="849" userDrawn="1">
          <p15:clr>
            <a:srgbClr val="F26B43"/>
          </p15:clr>
        </p15:guide>
        <p15:guide id="8" pos="5420" userDrawn="1">
          <p15:clr>
            <a:srgbClr val="F26B43"/>
          </p15:clr>
        </p15:guide>
        <p15:guide id="9" pos="2925" userDrawn="1">
          <p15:clr>
            <a:srgbClr val="F26B43"/>
          </p15:clr>
        </p15:guide>
        <p15:guide id="10" orient="horz" pos="2845" userDrawn="1">
          <p15:clr>
            <a:srgbClr val="F26B43"/>
          </p15:clr>
        </p15:guide>
        <p15:guide id="11" pos="1111" userDrawn="1">
          <p15:clr>
            <a:srgbClr val="F26B43"/>
          </p15:clr>
        </p15:guide>
        <p15:guide id="12" pos="1202" userDrawn="1">
          <p15:clr>
            <a:srgbClr val="F26B43"/>
          </p15:clr>
        </p15:guide>
        <p15:guide id="13" pos="1973" userDrawn="1">
          <p15:clr>
            <a:srgbClr val="F26B43"/>
          </p15:clr>
        </p15:guide>
        <p15:guide id="14" pos="2073" userDrawn="1">
          <p15:clr>
            <a:srgbClr val="F26B43"/>
          </p15:clr>
        </p15:guide>
        <p15:guide id="15" pos="3696" userDrawn="1">
          <p15:clr>
            <a:srgbClr val="F26B43"/>
          </p15:clr>
        </p15:guide>
        <p15:guide id="16" pos="3787" userDrawn="1">
          <p15:clr>
            <a:srgbClr val="F26B43"/>
          </p15:clr>
        </p15:guide>
        <p15:guide id="17" pos="4558" userDrawn="1">
          <p15:clr>
            <a:srgbClr val="F26B43"/>
          </p15:clr>
        </p15:guide>
        <p15:guide id="18" pos="4649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platzhalter 9"/>
          <p:cNvSpPr>
            <a:spLocks noGrp="1"/>
          </p:cNvSpPr>
          <p:nvPr>
            <p:ph type="title"/>
          </p:nvPr>
        </p:nvSpPr>
        <p:spPr>
          <a:xfrm>
            <a:off x="539748" y="735014"/>
            <a:ext cx="8064502" cy="6148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1614" y="4888800"/>
            <a:ext cx="308036" cy="1034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800" b="1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1193744" y="4888800"/>
            <a:ext cx="5581721" cy="103466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cxnSp>
        <p:nvCxnSpPr>
          <p:cNvPr id="15" name="Gerade Verbindung 14"/>
          <p:cNvCxnSpPr/>
          <p:nvPr userDrawn="1"/>
        </p:nvCxnSpPr>
        <p:spPr>
          <a:xfrm>
            <a:off x="539750" y="4809600"/>
            <a:ext cx="8064501" cy="980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Datumsplatzhalter 6"/>
          <p:cNvSpPr>
            <a:spLocks noGrp="1"/>
          </p:cNvSpPr>
          <p:nvPr>
            <p:ph type="dt" sz="half" idx="2"/>
          </p:nvPr>
        </p:nvSpPr>
        <p:spPr>
          <a:xfrm>
            <a:off x="7477128" y="4888800"/>
            <a:ext cx="824487" cy="10346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33" name="Textplatzhalter 1">
            <a:extLst>
              <a:ext uri="{FF2B5EF4-FFF2-40B4-BE49-F238E27FC236}">
                <a16:creationId xmlns:a16="http://schemas.microsoft.com/office/drawing/2014/main" id="{B6D1D810-393C-4515-AAB2-0AD713BE6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748" y="1635125"/>
            <a:ext cx="8064502" cy="28813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501512F-4CFE-4BAF-A212-E97E0C88AD3E}"/>
              </a:ext>
            </a:extLst>
          </p:cNvPr>
          <p:cNvSpPr txBox="1"/>
          <p:nvPr userDrawn="1"/>
        </p:nvSpPr>
        <p:spPr>
          <a:xfrm>
            <a:off x="545880" y="4888800"/>
            <a:ext cx="6451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800" b="1" dirty="0"/>
              <a:t>Inselspital –</a:t>
            </a:r>
            <a:endParaRPr lang="en-GB" sz="800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90" y="191701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85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7" r:id="rId7"/>
    <p:sldLayoutId id="2147483798" r:id="rId8"/>
    <p:sldLayoutId id="2147483711" r:id="rId9"/>
    <p:sldLayoutId id="2147483719" r:id="rId10"/>
  </p:sldLayoutIdLst>
  <p:hf hdr="0"/>
  <p:txStyles>
    <p:titleStyle>
      <a:lvl1pPr algn="l" defTabSz="914400" rtl="0" eaLnBrk="1" latinLnBrk="0" hangingPunct="1">
        <a:lnSpc>
          <a:spcPts val="2700"/>
        </a:lnSpc>
        <a:spcBef>
          <a:spcPct val="0"/>
        </a:spcBef>
        <a:buNone/>
        <a:defRPr sz="2200" b="1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198000" indent="-198000" algn="l" defTabSz="2880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>
          <a:tab pos="468000" algn="l"/>
        </a:tabLst>
        <a:defRPr sz="12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96000" indent="-198000" algn="l" defTabSz="2880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>
          <a:tab pos="468000" algn="l"/>
        </a:tabLst>
        <a:defRPr sz="12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2pPr>
      <a:lvl3pPr marL="594000" indent="-198000" algn="l" defTabSz="2880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>
          <a:tab pos="468000" algn="l"/>
        </a:tabLst>
        <a:defRPr sz="12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792000" indent="-198000" algn="l" defTabSz="2880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>
          <a:tab pos="468000" algn="l"/>
        </a:tabLst>
        <a:defRPr sz="12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990000" indent="-198000" algn="l" defTabSz="2880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>
          <a:tab pos="468000" algn="l"/>
        </a:tabLst>
        <a:defRPr sz="12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1188000" indent="-198000" algn="l" defTabSz="914400" rtl="0" eaLnBrk="1" latinLnBrk="0" hangingPunct="1">
        <a:lnSpc>
          <a:spcPts val="14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386000" indent="-1980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584000" indent="-1980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54000" indent="-1980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5" userDrawn="1">
          <p15:clr>
            <a:srgbClr val="F26B43"/>
          </p15:clr>
        </p15:guide>
        <p15:guide id="3" orient="horz" pos="282" userDrawn="1">
          <p15:clr>
            <a:srgbClr val="F26B43"/>
          </p15:clr>
        </p15:guide>
        <p15:guide id="4" pos="340" userDrawn="1">
          <p15:clr>
            <a:srgbClr val="F26B43"/>
          </p15:clr>
        </p15:guide>
        <p15:guide id="5" orient="horz" pos="463" userDrawn="1">
          <p15:clr>
            <a:srgbClr val="F26B43"/>
          </p15:clr>
        </p15:guide>
        <p15:guide id="6" orient="horz" pos="1030" userDrawn="1">
          <p15:clr>
            <a:srgbClr val="F26B43"/>
          </p15:clr>
        </p15:guide>
        <p15:guide id="7" orient="horz" pos="849" userDrawn="1">
          <p15:clr>
            <a:srgbClr val="F26B43"/>
          </p15:clr>
        </p15:guide>
        <p15:guide id="8" pos="5420" userDrawn="1">
          <p15:clr>
            <a:srgbClr val="F26B43"/>
          </p15:clr>
        </p15:guide>
        <p15:guide id="9" pos="2925" userDrawn="1">
          <p15:clr>
            <a:srgbClr val="F26B43"/>
          </p15:clr>
        </p15:guide>
        <p15:guide id="10" orient="horz" pos="2845" userDrawn="1">
          <p15:clr>
            <a:srgbClr val="F26B43"/>
          </p15:clr>
        </p15:guide>
        <p15:guide id="11" pos="1111" userDrawn="1">
          <p15:clr>
            <a:srgbClr val="F26B43"/>
          </p15:clr>
        </p15:guide>
        <p15:guide id="12" pos="1202" userDrawn="1">
          <p15:clr>
            <a:srgbClr val="F26B43"/>
          </p15:clr>
        </p15:guide>
        <p15:guide id="13" pos="1973" userDrawn="1">
          <p15:clr>
            <a:srgbClr val="F26B43"/>
          </p15:clr>
        </p15:guide>
        <p15:guide id="14" pos="2073" userDrawn="1">
          <p15:clr>
            <a:srgbClr val="F26B43"/>
          </p15:clr>
        </p15:guide>
        <p15:guide id="15" pos="3696" userDrawn="1">
          <p15:clr>
            <a:srgbClr val="F26B43"/>
          </p15:clr>
        </p15:guide>
        <p15:guide id="16" pos="3787" userDrawn="1">
          <p15:clr>
            <a:srgbClr val="F26B43"/>
          </p15:clr>
        </p15:guide>
        <p15:guide id="17" pos="4558" userDrawn="1">
          <p15:clr>
            <a:srgbClr val="F26B43"/>
          </p15:clr>
        </p15:guide>
        <p15:guide id="18" pos="4649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platzhalter 9"/>
          <p:cNvSpPr>
            <a:spLocks noGrp="1"/>
          </p:cNvSpPr>
          <p:nvPr>
            <p:ph type="title"/>
          </p:nvPr>
        </p:nvSpPr>
        <p:spPr>
          <a:xfrm>
            <a:off x="539748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1614" y="4888800"/>
            <a:ext cx="308036" cy="1034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800" b="1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1193744" y="4888800"/>
            <a:ext cx="5581721" cy="103466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cxnSp>
        <p:nvCxnSpPr>
          <p:cNvPr id="15" name="Gerade Verbindung 14"/>
          <p:cNvCxnSpPr/>
          <p:nvPr userDrawn="1"/>
        </p:nvCxnSpPr>
        <p:spPr>
          <a:xfrm>
            <a:off x="539750" y="4809600"/>
            <a:ext cx="8064501" cy="980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Datumsplatzhalter 6"/>
          <p:cNvSpPr>
            <a:spLocks noGrp="1"/>
          </p:cNvSpPr>
          <p:nvPr>
            <p:ph type="dt" sz="half" idx="2"/>
          </p:nvPr>
        </p:nvSpPr>
        <p:spPr>
          <a:xfrm>
            <a:off x="7477128" y="4888800"/>
            <a:ext cx="824487" cy="10346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>
          <a:xfrm>
            <a:off x="539748" y="1635125"/>
            <a:ext cx="8064502" cy="28813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386F8C9-4864-4E81-9BE8-0D2DB59548C9}"/>
              </a:ext>
            </a:extLst>
          </p:cNvPr>
          <p:cNvSpPr txBox="1"/>
          <p:nvPr userDrawn="1"/>
        </p:nvSpPr>
        <p:spPr>
          <a:xfrm>
            <a:off x="545880" y="4888800"/>
            <a:ext cx="6451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800" b="1" dirty="0"/>
              <a:t>Inselspital –</a:t>
            </a:r>
            <a:endParaRPr lang="en-GB" sz="800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90" y="191701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668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83" r:id="rId3"/>
    <p:sldLayoutId id="2147483784" r:id="rId4"/>
    <p:sldLayoutId id="2147483785" r:id="rId5"/>
    <p:sldLayoutId id="2147483786" r:id="rId6"/>
  </p:sldLayoutIdLst>
  <p:hf hdr="0"/>
  <p:txStyles>
    <p:titleStyle>
      <a:lvl1pPr algn="l" defTabSz="914400" rtl="0" eaLnBrk="1" latinLnBrk="0" hangingPunct="1">
        <a:lnSpc>
          <a:spcPts val="2700"/>
        </a:lnSpc>
        <a:spcBef>
          <a:spcPct val="0"/>
        </a:spcBef>
        <a:buNone/>
        <a:defRPr sz="2200" b="1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172800" indent="-172800" algn="l" defTabSz="2880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0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45600" indent="-172800" algn="l" defTabSz="2880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0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2pPr>
      <a:lvl3pPr marL="518400" indent="-172800" algn="l" defTabSz="2880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0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691200" indent="-172800" algn="l" defTabSz="2880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0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864000" indent="-172800" algn="l" defTabSz="2880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0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5pPr>
      <a:lvl6pPr marL="1036800" indent="-172800" algn="l" defTabSz="9144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209600" indent="-172800" algn="l" defTabSz="9144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382400" indent="-172800" algn="l" defTabSz="9144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555200" indent="-172800" algn="l" defTabSz="9144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5" userDrawn="1">
          <p15:clr>
            <a:srgbClr val="F26B43"/>
          </p15:clr>
        </p15:guide>
        <p15:guide id="3" orient="horz" pos="282" userDrawn="1">
          <p15:clr>
            <a:srgbClr val="F26B43"/>
          </p15:clr>
        </p15:guide>
        <p15:guide id="4" pos="340" userDrawn="1">
          <p15:clr>
            <a:srgbClr val="F26B43"/>
          </p15:clr>
        </p15:guide>
        <p15:guide id="5" orient="horz" pos="463" userDrawn="1">
          <p15:clr>
            <a:srgbClr val="F26B43"/>
          </p15:clr>
        </p15:guide>
        <p15:guide id="6" orient="horz" pos="849" userDrawn="1">
          <p15:clr>
            <a:srgbClr val="F26B43"/>
          </p15:clr>
        </p15:guide>
        <p15:guide id="7" orient="horz" pos="1030" userDrawn="1">
          <p15:clr>
            <a:srgbClr val="F26B43"/>
          </p15:clr>
        </p15:guide>
        <p15:guide id="8" pos="5420" userDrawn="1">
          <p15:clr>
            <a:srgbClr val="F26B43"/>
          </p15:clr>
        </p15:guide>
        <p15:guide id="9" pos="2925" userDrawn="1">
          <p15:clr>
            <a:srgbClr val="F26B43"/>
          </p15:clr>
        </p15:guide>
        <p15:guide id="10" orient="horz" pos="2845" userDrawn="1">
          <p15:clr>
            <a:srgbClr val="F26B43"/>
          </p15:clr>
        </p15:guide>
        <p15:guide id="11" pos="1111" userDrawn="1">
          <p15:clr>
            <a:srgbClr val="F26B43"/>
          </p15:clr>
        </p15:guide>
        <p15:guide id="12" pos="1202" userDrawn="1">
          <p15:clr>
            <a:srgbClr val="F26B43"/>
          </p15:clr>
        </p15:guide>
        <p15:guide id="13" pos="1973" userDrawn="1">
          <p15:clr>
            <a:srgbClr val="F26B43"/>
          </p15:clr>
        </p15:guide>
        <p15:guide id="14" pos="2073" userDrawn="1">
          <p15:clr>
            <a:srgbClr val="F26B43"/>
          </p15:clr>
        </p15:guide>
        <p15:guide id="15" pos="3696" userDrawn="1">
          <p15:clr>
            <a:srgbClr val="F26B43"/>
          </p15:clr>
        </p15:guide>
        <p15:guide id="16" pos="3787" userDrawn="1">
          <p15:clr>
            <a:srgbClr val="F26B43"/>
          </p15:clr>
        </p15:guide>
        <p15:guide id="17" pos="4558" userDrawn="1">
          <p15:clr>
            <a:srgbClr val="F26B43"/>
          </p15:clr>
        </p15:guide>
        <p15:guide id="18" pos="464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7.pn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26A9685-67C0-4A82-8CB8-BA2CDDC55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99" y="1028349"/>
            <a:ext cx="8515040" cy="779709"/>
          </a:xfrm>
        </p:spPr>
        <p:txBody>
          <a:bodyPr/>
          <a:lstStyle/>
          <a:p>
            <a:r>
              <a:rPr lang="de-CH" dirty="0"/>
              <a:t>Zusammenarbeit Adipositasbereich UDEM &amp; UVCM</a:t>
            </a:r>
            <a:br>
              <a:rPr lang="de-CH" dirty="0"/>
            </a:br>
            <a:r>
              <a:rPr lang="de-CH" sz="2800" dirty="0"/>
              <a:t>Gemeinsamer Auftritt und klare Zuweisungswege</a:t>
            </a:r>
            <a:br>
              <a:rPr lang="de-CH" dirty="0"/>
            </a:br>
            <a:br>
              <a:rPr lang="de-CH" dirty="0"/>
            </a:br>
            <a:br>
              <a:rPr lang="de-CH" sz="1200" dirty="0"/>
            </a:br>
            <a:endParaRPr lang="de-CH" sz="12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529C8DE-0969-45D3-3607-767F521DFE17}"/>
              </a:ext>
            </a:extLst>
          </p:cNvPr>
          <p:cNvSpPr txBox="1"/>
          <p:nvPr/>
        </p:nvSpPr>
        <p:spPr>
          <a:xfrm>
            <a:off x="376199" y="2062075"/>
            <a:ext cx="6139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400" dirty="0"/>
              <a:t>27.10.2026 – Prof. Dr. med. Christoph Stettler, Klinikdirektor UDEM</a:t>
            </a:r>
          </a:p>
        </p:txBody>
      </p:sp>
      <p:sp>
        <p:nvSpPr>
          <p:cNvPr id="7" name="Entwurf"/>
          <p:cNvSpPr/>
          <p:nvPr/>
        </p:nvSpPr>
        <p:spPr>
          <a:xfrm>
            <a:off x="7360920" y="320040"/>
            <a:ext cx="1234440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>
                <a:solidFill>
                  <a:srgbClr val="EE8F7A"/>
                </a:solidFill>
              </a:rPr>
              <a:t>ENTWURF</a:t>
            </a:r>
          </a:p>
        </p:txBody>
      </p:sp>
    </p:spTree>
    <p:extLst>
      <p:ext uri="{BB962C8B-B14F-4D97-AF65-F5344CB8AC3E}">
        <p14:creationId xmlns:p14="http://schemas.microsoft.com/office/powerpoint/2010/main" val="3109431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Ausgangslage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Zuweisungswege heute: fünf Eingänge, zwei Zentren</a:t>
            </a:r>
          </a:p>
        </p:txBody>
      </p:sp>
      <p:sp>
        <p:nvSpPr>
          <p:cNvPr id="19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212848"/>
            <a:ext cx="1325880" cy="713232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171C1B"/>
                </a:solidFill>
              </a:rPr>
              <a:t>Zuweisende</a:t>
            </a:r>
          </a:p>
          <a:p>
            <a:pPr algn="ctr"/>
            <a:r>
              <a:rPr sz="850" b="0">
                <a:solidFill>
                  <a:srgbClr val="677078"/>
                </a:solidFill>
              </a:rPr>
              <a:t>Hausärzt:innen, Spitäler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481328"/>
            <a:ext cx="2606040" cy="822960"/>
          </a:xfrm>
          <a:prstGeom prst="rect">
            <a:avLst/>
          </a:prstGeom>
          <a:solidFill>
            <a:srgbClr val="F0F6F3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zsg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572768"/>
            <a:ext cx="2286000" cy="4326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44768" y="2048256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677078"/>
                </a:solidFill>
              </a:rPr>
              <a:t>UDEM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2852928"/>
            <a:ext cx="2606040" cy="822960"/>
          </a:xfrm>
          <a:prstGeom prst="rect">
            <a:avLst/>
          </a:prstGeom>
          <a:solidFill>
            <a:srgbClr val="F0F6F3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ad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926080"/>
            <a:ext cx="1234440" cy="30120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144768" y="3419856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677078"/>
                </a:solidFill>
              </a:rPr>
              <a:t>UVCM · Viszerale Chirurgie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874519" y="1737360"/>
            <a:ext cx="502921" cy="832104"/>
          </a:xfrm>
          <a:prstGeom prst="line">
            <a:avLst/>
          </a:prstGeom>
          <a:ln w="15875">
            <a:solidFill>
              <a:srgbClr val="A9B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874519" y="2194560"/>
            <a:ext cx="502921" cy="374904"/>
          </a:xfrm>
          <a:prstGeom prst="line">
            <a:avLst/>
          </a:prstGeom>
          <a:ln w="15875">
            <a:solidFill>
              <a:srgbClr val="A9B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74519" y="2569464"/>
            <a:ext cx="502921" cy="82296"/>
          </a:xfrm>
          <a:prstGeom prst="line">
            <a:avLst/>
          </a:prstGeom>
          <a:ln w="15875">
            <a:solidFill>
              <a:srgbClr val="A9B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74519" y="2569464"/>
            <a:ext cx="502921" cy="539496"/>
          </a:xfrm>
          <a:prstGeom prst="line">
            <a:avLst/>
          </a:prstGeom>
          <a:ln w="15875">
            <a:solidFill>
              <a:srgbClr val="A9B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74519" y="2569464"/>
            <a:ext cx="502921" cy="996696"/>
          </a:xfrm>
          <a:prstGeom prst="line">
            <a:avLst/>
          </a:prstGeom>
          <a:ln w="15875">
            <a:solidFill>
              <a:srgbClr val="A9B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892040" y="1645920"/>
            <a:ext cx="1097280" cy="91440"/>
          </a:xfrm>
          <a:prstGeom prst="line">
            <a:avLst/>
          </a:prstGeom>
          <a:ln w="19050">
            <a:solidFill>
              <a:srgbClr val="8FA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892040" y="1737360"/>
            <a:ext cx="1097280" cy="1207008"/>
          </a:xfrm>
          <a:prstGeom prst="line">
            <a:avLst/>
          </a:prstGeom>
          <a:ln w="19050">
            <a:solidFill>
              <a:srgbClr val="8FA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892040" y="1783080"/>
            <a:ext cx="1097280" cy="411480"/>
          </a:xfrm>
          <a:prstGeom prst="line">
            <a:avLst/>
          </a:prstGeom>
          <a:ln w="19050">
            <a:solidFill>
              <a:srgbClr val="8FA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892040" y="2194560"/>
            <a:ext cx="1097280" cy="886968"/>
          </a:xfrm>
          <a:prstGeom prst="line">
            <a:avLst/>
          </a:prstGeom>
          <a:ln w="12700">
            <a:solidFill>
              <a:srgbClr val="EE8F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892040" y="1920240"/>
            <a:ext cx="1097280" cy="731520"/>
          </a:xfrm>
          <a:prstGeom prst="line">
            <a:avLst/>
          </a:prstGeom>
          <a:ln w="12700">
            <a:solidFill>
              <a:srgbClr val="EE8F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92040" y="2651760"/>
            <a:ext cx="1097280" cy="566928"/>
          </a:xfrm>
          <a:prstGeom prst="line">
            <a:avLst/>
          </a:prstGeom>
          <a:ln w="19050">
            <a:solidFill>
              <a:srgbClr val="8FA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892040" y="2057400"/>
            <a:ext cx="1097280" cy="1051560"/>
          </a:xfrm>
          <a:prstGeom prst="line">
            <a:avLst/>
          </a:prstGeom>
          <a:ln w="12700">
            <a:solidFill>
              <a:srgbClr val="EE8F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892040" y="3108960"/>
            <a:ext cx="1097280" cy="246888"/>
          </a:xfrm>
          <a:prstGeom prst="line">
            <a:avLst/>
          </a:prstGeom>
          <a:ln w="19050">
            <a:solidFill>
              <a:srgbClr val="8FA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892040" y="2176272"/>
            <a:ext cx="1097280" cy="1389888"/>
          </a:xfrm>
          <a:prstGeom prst="line">
            <a:avLst/>
          </a:prstGeom>
          <a:ln w="12700">
            <a:solidFill>
              <a:srgbClr val="EE8F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892040" y="3493008"/>
            <a:ext cx="1097280" cy="73152"/>
          </a:xfrm>
          <a:prstGeom prst="line">
            <a:avLst/>
          </a:prstGeom>
          <a:ln w="19050">
            <a:solidFill>
              <a:srgbClr val="8FA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377440" y="1572768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E6F3EE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000" b="1">
                <a:solidFill>
                  <a:srgbClr val="171C1B"/>
                </a:solidFill>
              </a:rPr>
              <a:t>InselLink</a:t>
            </a:r>
            <a:r>
              <a:rPr sz="750" b="0">
                <a:solidFill>
                  <a:srgbClr val="006B4F"/>
                </a:solidFill>
              </a:rPr>
              <a:t>   von beiden genutzt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377440" y="2029967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000" b="1">
                <a:solidFill>
                  <a:srgbClr val="171C1B"/>
                </a:solidFill>
              </a:rPr>
              <a:t>udem@insel.ch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77440" y="2487168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000" b="1">
                <a:solidFill>
                  <a:srgbClr val="171C1B"/>
                </a:solidFill>
              </a:rPr>
              <a:t>bauchzentrum@insel.ch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77440" y="2944368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000" b="1">
                <a:solidFill>
                  <a:srgbClr val="171C1B"/>
                </a:solidFill>
              </a:rPr>
              <a:t>Telefon Viszerale Chirurgie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77440" y="3401568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000" b="1">
                <a:solidFill>
                  <a:srgbClr val="171C1B"/>
                </a:solidFill>
              </a:rPr>
              <a:t>Online-Formular adipositasbern.ch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6720840" y="2304288"/>
            <a:ext cx="0" cy="548640"/>
          </a:xfrm>
          <a:prstGeom prst="line">
            <a:avLst/>
          </a:prstGeom>
          <a:ln w="38100">
            <a:solidFill>
              <a:srgbClr val="EE8F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812280" y="243230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dirty="0" err="1">
                <a:solidFill>
                  <a:srgbClr val="C0503A"/>
                </a:solidFill>
              </a:rPr>
              <a:t>Weiterweisung</a:t>
            </a:r>
            <a:endParaRPr sz="950" b="1" i="0" dirty="0">
              <a:solidFill>
                <a:srgbClr val="C0503A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E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85800" y="400507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9A4A38"/>
                </a:solidFill>
              </a:rPr>
              <a:t>WARTEZEIT BEI FEHLZUWEISUNG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422452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77078"/>
                </a:solidFill>
              </a:rPr>
              <a:t>Platzhalter – Zahlen zu definieren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44368" y="4114800"/>
            <a:ext cx="1463040" cy="329184"/>
          </a:xfrm>
          <a:prstGeom prst="rect">
            <a:avLst/>
          </a:prstGeom>
          <a:solidFill>
            <a:srgbClr val="E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1–</a:t>
            </a:r>
            <a:r>
              <a:rPr lang="de-CH" sz="1100" b="1" dirty="0">
                <a:solidFill>
                  <a:srgbClr val="FFFFFF"/>
                </a:solidFill>
              </a:rPr>
              <a:t>3</a:t>
            </a:r>
            <a:r>
              <a:rPr sz="1100" b="1" dirty="0">
                <a:solidFill>
                  <a:srgbClr val="FFFFFF"/>
                </a:solidFill>
              </a:rPr>
              <a:t> </a:t>
            </a:r>
            <a:r>
              <a:rPr sz="1100" b="1" dirty="0" err="1">
                <a:solidFill>
                  <a:srgbClr val="FFFFFF"/>
                </a:solidFill>
              </a:rPr>
              <a:t>Monate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773168" y="4114800"/>
            <a:ext cx="1463040" cy="329184"/>
          </a:xfrm>
          <a:prstGeom prst="rect">
            <a:avLst/>
          </a:prstGeom>
          <a:solidFill>
            <a:srgbClr val="E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+ 1–</a:t>
            </a:r>
            <a:r>
              <a:rPr lang="de-CH" sz="1100" b="1" dirty="0">
                <a:solidFill>
                  <a:srgbClr val="FFFFFF"/>
                </a:solidFill>
              </a:rPr>
              <a:t>3</a:t>
            </a:r>
            <a:r>
              <a:rPr sz="1100" b="1" dirty="0">
                <a:solidFill>
                  <a:srgbClr val="FFFFFF"/>
                </a:solidFill>
              </a:rPr>
              <a:t> </a:t>
            </a:r>
            <a:r>
              <a:rPr sz="1100" b="1" dirty="0" err="1">
                <a:solidFill>
                  <a:srgbClr val="FFFFFF"/>
                </a:solidFill>
              </a:rPr>
              <a:t>Monate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400800" y="4148587"/>
            <a:ext cx="21031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dirty="0">
                <a:solidFill>
                  <a:srgbClr val="C0503A"/>
                </a:solidFill>
              </a:rPr>
              <a:t>= bis </a:t>
            </a:r>
            <a:r>
              <a:rPr sz="1700" b="1" i="0" dirty="0" err="1">
                <a:solidFill>
                  <a:srgbClr val="C0503A"/>
                </a:solidFill>
              </a:rPr>
              <a:t>zu</a:t>
            </a:r>
            <a:r>
              <a:rPr sz="1700" b="1" i="0" dirty="0">
                <a:solidFill>
                  <a:srgbClr val="C0503A"/>
                </a:solidFill>
              </a:rPr>
              <a:t> </a:t>
            </a:r>
            <a:r>
              <a:rPr lang="de-CH" sz="1700" b="1" i="0" dirty="0">
                <a:solidFill>
                  <a:srgbClr val="C0503A"/>
                </a:solidFill>
              </a:rPr>
              <a:t>6</a:t>
            </a:r>
            <a:r>
              <a:rPr sz="1700" b="1" i="0" dirty="0">
                <a:solidFill>
                  <a:srgbClr val="C0503A"/>
                </a:solidFill>
              </a:rPr>
              <a:t> </a:t>
            </a:r>
            <a:r>
              <a:rPr sz="1700" b="1" i="0" dirty="0" err="1">
                <a:solidFill>
                  <a:srgbClr val="C0503A"/>
                </a:solidFill>
              </a:rPr>
              <a:t>Monate</a:t>
            </a:r>
            <a:endParaRPr sz="1700" b="1" i="0" dirty="0">
              <a:solidFill>
                <a:srgbClr val="C0503A"/>
              </a:solidFill>
            </a:endParaRPr>
          </a:p>
        </p:txBody>
      </p:sp>
      <p:cxnSp>
        <p:nvCxnSpPr>
          <p:cNvPr id="6" name="Connector 46">
            <a:extLst>
              <a:ext uri="{FF2B5EF4-FFF2-40B4-BE49-F238E27FC236}">
                <a16:creationId xmlns:a16="http://schemas.microsoft.com/office/drawing/2014/main" id="{44B12EFF-16E5-EE50-296F-D35DE5D9872F}"/>
              </a:ext>
            </a:extLst>
          </p:cNvPr>
          <p:cNvCxnSpPr>
            <a:cxnSpLocks/>
          </p:cNvCxnSpPr>
          <p:nvPr/>
        </p:nvCxnSpPr>
        <p:spPr>
          <a:xfrm>
            <a:off x="7790613" y="2322575"/>
            <a:ext cx="0" cy="548641"/>
          </a:xfrm>
          <a:prstGeom prst="line">
            <a:avLst/>
          </a:prstGeom>
          <a:ln w="38100">
            <a:solidFill>
              <a:srgbClr val="EE8F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46">
            <a:extLst>
              <a:ext uri="{FF2B5EF4-FFF2-40B4-BE49-F238E27FC236}">
                <a16:creationId xmlns:a16="http://schemas.microsoft.com/office/drawing/2014/main" id="{3C6A3ED9-C14A-5248-3A79-12C8B0A03FCA}"/>
              </a:ext>
            </a:extLst>
          </p:cNvPr>
          <p:cNvCxnSpPr>
            <a:cxnSpLocks/>
          </p:cNvCxnSpPr>
          <p:nvPr/>
        </p:nvCxnSpPr>
        <p:spPr>
          <a:xfrm>
            <a:off x="4375367" y="4279392"/>
            <a:ext cx="337882" cy="0"/>
          </a:xfrm>
          <a:prstGeom prst="line">
            <a:avLst/>
          </a:prstGeom>
          <a:ln w="38100">
            <a:solidFill>
              <a:srgbClr val="EE8F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6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Zielbild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Zuweisung neu: wenige Eingänge, klare Kriterien</a:t>
            </a:r>
          </a:p>
        </p:txBody>
      </p:sp>
      <p:sp>
        <p:nvSpPr>
          <p:cNvPr id="19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8132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677078"/>
                </a:solidFill>
              </a:rPr>
              <a:t>HEUTE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73736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800" b="0">
                <a:solidFill>
                  <a:srgbClr val="677078"/>
                </a:solidFill>
              </a:rPr>
              <a:t>InselLink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10312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800" b="0">
                <a:solidFill>
                  <a:srgbClr val="677078"/>
                </a:solidFill>
              </a:rPr>
              <a:t>udem@insel.ch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46888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800" b="0">
                <a:solidFill>
                  <a:srgbClr val="677078"/>
                </a:solidFill>
              </a:rPr>
              <a:t>bauchzentrum@insel.ch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8346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800" b="0">
                <a:solidFill>
                  <a:srgbClr val="677078"/>
                </a:solidFill>
              </a:rPr>
              <a:t>Telefon Viszerale Chirurgie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20040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800" b="0">
                <a:solidFill>
                  <a:srgbClr val="677078"/>
                </a:solidFill>
              </a:rPr>
              <a:t>Online-Formular adipositasbern.ch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761488" y="2450592"/>
            <a:ext cx="384048" cy="310896"/>
          </a:xfrm>
          <a:prstGeom prst="rightArrow">
            <a:avLst/>
          </a:prstGeom>
          <a:solidFill>
            <a:srgbClr val="D5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91840" y="148132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NEU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184708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6F3EE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050" b="1">
                <a:solidFill>
                  <a:srgbClr val="171C1B"/>
                </a:solidFill>
              </a:rPr>
              <a:t>InselLink</a:t>
            </a:r>
          </a:p>
          <a:p>
            <a:pPr algn="l"/>
            <a:r>
              <a:rPr sz="750" b="0">
                <a:solidFill>
                  <a:srgbClr val="006B4F"/>
                </a:solidFill>
              </a:rPr>
              <a:t>bleibt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2432304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96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050" b="1">
                <a:solidFill>
                  <a:srgbClr val="171C1B"/>
                </a:solidFill>
              </a:rPr>
              <a:t>Definierte Stelle</a:t>
            </a:r>
          </a:p>
          <a:p>
            <a:pPr algn="l"/>
            <a:r>
              <a:rPr sz="750" b="0">
                <a:solidFill>
                  <a:srgbClr val="677078"/>
                </a:solidFill>
              </a:rPr>
              <a:t>zu definieren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0" y="30175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96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050" b="1">
                <a:solidFill>
                  <a:srgbClr val="171C1B"/>
                </a:solidFill>
              </a:rPr>
              <a:t>Definierte Stelle</a:t>
            </a:r>
          </a:p>
          <a:p>
            <a:pPr algn="l"/>
            <a:r>
              <a:rPr sz="750" b="0">
                <a:solidFill>
                  <a:srgbClr val="677078"/>
                </a:solidFill>
              </a:rPr>
              <a:t>zu definieren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212080" y="2039112"/>
            <a:ext cx="457200" cy="585216"/>
          </a:xfrm>
          <a:prstGeom prst="line">
            <a:avLst/>
          </a:prstGeom>
          <a:ln w="22225">
            <a:solidFill>
              <a:srgbClr val="009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212080" y="2624328"/>
            <a:ext cx="457200" cy="0"/>
          </a:xfrm>
          <a:prstGeom prst="line">
            <a:avLst/>
          </a:prstGeom>
          <a:ln w="22225">
            <a:solidFill>
              <a:srgbClr val="009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212080" y="2624328"/>
            <a:ext cx="457200" cy="585216"/>
          </a:xfrm>
          <a:prstGeom prst="line">
            <a:avLst/>
          </a:prstGeom>
          <a:ln w="22225">
            <a:solidFill>
              <a:srgbClr val="009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669280" y="2194560"/>
            <a:ext cx="1325880" cy="86868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Triage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nach definierten Kriterien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995160" y="2624328"/>
            <a:ext cx="274320" cy="0"/>
          </a:xfrm>
          <a:prstGeom prst="line">
            <a:avLst/>
          </a:prstGeom>
          <a:ln w="22225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269480" y="2103120"/>
            <a:ext cx="1325880" cy="1051560"/>
          </a:xfrm>
          <a:prstGeom prst="rect">
            <a:avLst/>
          </a:prstGeom>
          <a:solidFill>
            <a:srgbClr val="F0F6F3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>
                <a:solidFill>
                  <a:srgbClr val="171C1B"/>
                </a:solidFill>
              </a:rPr>
              <a:t>Richtiger Behandlungspfad</a:t>
            </a:r>
          </a:p>
          <a:p>
            <a:pPr algn="ctr"/>
            <a:r>
              <a:rPr sz="850" b="0">
                <a:solidFill>
                  <a:srgbClr val="677078"/>
                </a:solidFill>
              </a:rPr>
              <a:t>ab dem Erstkontakt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977639"/>
            <a:ext cx="8046720" cy="45720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48640" y="3977639"/>
            <a:ext cx="36576" cy="45720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" y="3977639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10" b="0" i="0">
                <a:solidFill>
                  <a:srgbClr val="171C1B"/>
                </a:solidFill>
              </a:rPr>
              <a:t>Weniger Eingänge, klare Kriterien, keine Umwege zwischen den Zentren.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4" grpId="0" animBg="1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Ausgangslage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3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 dirty="0">
                <a:solidFill>
                  <a:srgbClr val="171C1B"/>
                </a:solidFill>
              </a:rPr>
              <a:t>Heute: </a:t>
            </a:r>
            <a:r>
              <a:rPr lang="de-CH" sz="2150" b="1" i="0" dirty="0">
                <a:solidFill>
                  <a:srgbClr val="171C1B"/>
                </a:solidFill>
              </a:rPr>
              <a:t>Zwei Webauftritte für Adipositas</a:t>
            </a:r>
            <a:endParaRPr sz="2150" b="1" i="0" dirty="0">
              <a:solidFill>
                <a:srgbClr val="171C1B"/>
              </a:solidFill>
            </a:endParaRPr>
          </a:p>
        </p:txBody>
      </p:sp>
      <p:sp>
        <p:nvSpPr>
          <p:cNvPr id="19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81328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stoffwechsel-gewichtsregulation.insel.ch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1481328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adipositasbern.ch</a:t>
            </a:r>
          </a:p>
        </p:txBody>
      </p:sp>
      <p:pic>
        <p:nvPicPr>
          <p:cNvPr id="22" name="Picture 21" descr="z_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00784"/>
            <a:ext cx="2331720" cy="1457325"/>
          </a:xfrm>
          <a:prstGeom prst="rect">
            <a:avLst/>
          </a:prstGeom>
          <a:ln w="9525">
            <a:solidFill>
              <a:srgbClr val="CFD8D5"/>
            </a:solidFill>
          </a:ln>
        </p:spPr>
      </p:pic>
      <p:pic>
        <p:nvPicPr>
          <p:cNvPr id="23" name="Picture 22" descr="a_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1700784"/>
            <a:ext cx="2331720" cy="1457325"/>
          </a:xfrm>
          <a:prstGeom prst="rect">
            <a:avLst/>
          </a:prstGeom>
          <a:ln w="9525">
            <a:solidFill>
              <a:srgbClr val="CFD8D5"/>
            </a:solidFill>
          </a:ln>
        </p:spPr>
      </p:pic>
      <p:sp>
        <p:nvSpPr>
          <p:cNvPr id="24" name="Rounded Rectangle 23"/>
          <p:cNvSpPr/>
          <p:nvPr/>
        </p:nvSpPr>
        <p:spPr>
          <a:xfrm>
            <a:off x="548640" y="3255264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E6F3EE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ctr"/>
            <a:r>
              <a:rPr sz="850" b="1">
                <a:solidFill>
                  <a:srgbClr val="006B4F"/>
                </a:solidFill>
              </a:rPr>
              <a:t>Insel-Standard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63240" y="3255264"/>
            <a:ext cx="2331720" cy="237744"/>
          </a:xfrm>
          <a:prstGeom prst="roundRect">
            <a:avLst>
              <a:gd name="adj" fmla="val 50000"/>
            </a:avLst>
          </a:prstGeom>
          <a:solidFill>
            <a:srgbClr val="FCF1ED"/>
          </a:solidFill>
          <a:ln w="1270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ctr"/>
            <a:r>
              <a:rPr sz="850" b="1" dirty="0">
                <a:solidFill>
                  <a:srgbClr val="9B6051"/>
                </a:solidFill>
              </a:rPr>
              <a:t>Extern </a:t>
            </a:r>
            <a:r>
              <a:rPr sz="850" b="1" dirty="0" err="1">
                <a:solidFill>
                  <a:srgbClr val="9B6051"/>
                </a:solidFill>
              </a:rPr>
              <a:t>gehostet</a:t>
            </a:r>
            <a:r>
              <a:rPr sz="850" b="1" dirty="0">
                <a:solidFill>
                  <a:srgbClr val="9B6051"/>
                </a:solidFill>
              </a:rPr>
              <a:t> · </a:t>
            </a:r>
            <a:r>
              <a:rPr sz="850" b="1" dirty="0" err="1">
                <a:solidFill>
                  <a:srgbClr val="9B6051"/>
                </a:solidFill>
              </a:rPr>
              <a:t>nicht</a:t>
            </a:r>
            <a:r>
              <a:rPr sz="850" b="1" dirty="0">
                <a:solidFill>
                  <a:srgbClr val="9B6051"/>
                </a:solidFill>
              </a:rPr>
              <a:t> Insel-Standard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1481328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DOPPELTE INHALTE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1673352"/>
            <a:ext cx="2880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71C1B"/>
                </a:solidFill>
              </a:rPr>
              <a:t>Zwei Websites, zweimal Pflegeaufwand.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2139696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UNKLARE ZUSTÄNDIGKEIT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2331720"/>
            <a:ext cx="2880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71C1B"/>
                </a:solidFill>
              </a:rPr>
              <a:t>Zuweisende und Patient:innen wissen nicht, wo sie sich melden sollen.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2798064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UNEINHEITLICHER AUFTRITT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2990088"/>
            <a:ext cx="2880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71C1B"/>
                </a:solidFill>
              </a:rPr>
              <a:t>Zwei Designs, zwei Hosting-Lösungen.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3456432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GERINGERE SICHTBARKEIT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3648456"/>
            <a:ext cx="2880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71C1B"/>
                </a:solidFill>
              </a:rPr>
              <a:t>Beide Seiten konkurrieren um dieselben Suchbegriffe.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24528"/>
            <a:ext cx="8046720" cy="384048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48640" y="4224528"/>
            <a:ext cx="36576" cy="384048"/>
          </a:xfrm>
          <a:prstGeom prst="rect">
            <a:avLst/>
          </a:prstGeom>
          <a:solidFill>
            <a:srgbClr val="E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422452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71C1B"/>
                </a:solidFill>
              </a:rPr>
              <a:t>Für Zuweisende und Patient:innen ist heute nicht erkennbar, dass es ein gemeinsames Angebot 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Zielbild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Eine gemeinsame Website nach Insel-Standard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216152"/>
            <a:ext cx="8046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>
                <a:solidFill>
                  <a:srgbClr val="677078"/>
                </a:solidFill>
              </a:rPr>
              <a:t>Beispiel: Inhalte und Videos der Bariatrie integriert</a:t>
            </a: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pic>
        <p:nvPicPr>
          <p:cNvPr id="21" name="Picture 20" descr="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17904"/>
            <a:ext cx="4846320" cy="3106491"/>
          </a:xfrm>
          <a:prstGeom prst="rect">
            <a:avLst/>
          </a:prstGeom>
          <a:ln w="9525">
            <a:solidFill>
              <a:srgbClr val="CFD8D5"/>
            </a:solidFill>
          </a:ln>
        </p:spPr>
      </p:pic>
      <p:grpSp>
        <p:nvGrpSpPr>
          <p:cNvPr id="4" name="Group 3"/>
          <p:cNvGrpSpPr/>
          <p:nvPr/>
        </p:nvGrpSpPr>
        <p:grpSpPr>
          <a:xfrm>
            <a:off x="3136574" y="3015416"/>
            <a:ext cx="1967605" cy="726948"/>
            <a:chOff x="3136574" y="3015416"/>
            <a:chExt cx="1967605" cy="726948"/>
          </a:xfrm>
        </p:grpSpPr>
        <p:pic>
          <p:nvPicPr>
            <p:cNvPr id="22" name="Picture 21" descr="vid1.jpg"/>
            <p:cNvPicPr>
              <a:picLocks noChangeAspect="1"/>
            </p:cNvPicPr>
            <p:nvPr/>
          </p:nvPicPr>
          <p:blipFill>
            <a:blip r:embed="rId3"/>
            <a:srcRect t="17159" b="17159"/>
            <a:stretch>
              <a:fillRect/>
            </a:stretch>
          </p:blipFill>
          <p:spPr>
            <a:xfrm>
              <a:off x="3136574" y="3015416"/>
              <a:ext cx="1967605" cy="726948"/>
            </a:xfrm>
            <a:prstGeom prst="rect">
              <a:avLst/>
            </a:prstGeom>
          </p:spPr>
        </p:pic>
        <p:sp>
          <p:nvSpPr>
            <p:cNvPr id="23" name="Rectangle 22"/>
            <p:cNvSpPr/>
            <p:nvPr/>
          </p:nvSpPr>
          <p:spPr>
            <a:xfrm>
              <a:off x="3136574" y="3559484"/>
              <a:ext cx="1967605" cy="182880"/>
            </a:xfrm>
            <a:prstGeom prst="rect">
              <a:avLst/>
            </a:prstGeom>
            <a:solidFill>
              <a:srgbClr val="171C1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l"/>
              <a:r>
                <a:rPr lang="de-CH" sz="700" b="1" dirty="0">
                  <a:solidFill>
                    <a:srgbClr val="FFFFFF"/>
                  </a:solidFill>
                </a:rPr>
                <a:t>Unsere Sprechstunde für Übergewicht</a:t>
              </a:r>
            </a:p>
          </p:txBody>
        </p:sp>
        <p:sp>
          <p:nvSpPr>
            <p:cNvPr id="24" name="Isosceles Triangle 23"/>
            <p:cNvSpPr/>
            <p:nvPr/>
          </p:nvSpPr>
          <p:spPr>
            <a:xfrm rot="5400000">
              <a:off x="4028937" y="3177722"/>
              <a:ext cx="219456" cy="219456"/>
            </a:xfrm>
            <a:prstGeom prst="triangl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136574" y="3810213"/>
            <a:ext cx="1967605" cy="726948"/>
            <a:chOff x="3136574" y="3810213"/>
            <a:chExt cx="1967605" cy="726948"/>
          </a:xfrm>
        </p:grpSpPr>
        <p:pic>
          <p:nvPicPr>
            <p:cNvPr id="25" name="Picture 24" descr="vid2.jpg"/>
            <p:cNvPicPr>
              <a:picLocks noChangeAspect="1"/>
            </p:cNvPicPr>
            <p:nvPr/>
          </p:nvPicPr>
          <p:blipFill>
            <a:blip r:embed="rId4"/>
            <a:srcRect t="17159" b="17159"/>
            <a:stretch>
              <a:fillRect/>
            </a:stretch>
          </p:blipFill>
          <p:spPr>
            <a:xfrm>
              <a:off x="3136574" y="3810213"/>
              <a:ext cx="1967605" cy="726948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3136574" y="4354281"/>
              <a:ext cx="1967605" cy="182880"/>
            </a:xfrm>
            <a:prstGeom prst="rect">
              <a:avLst/>
            </a:prstGeom>
            <a:solidFill>
              <a:srgbClr val="171C1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l"/>
              <a:r>
                <a:rPr sz="700" b="1" dirty="0" err="1">
                  <a:solidFill>
                    <a:srgbClr val="FFFFFF"/>
                  </a:solidFill>
                </a:rPr>
                <a:t>Übergewichtschirurgie</a:t>
              </a:r>
              <a:r>
                <a:rPr sz="700" b="1" dirty="0">
                  <a:solidFill>
                    <a:srgbClr val="FFFFFF"/>
                  </a:solidFill>
                </a:rPr>
                <a:t> – was Sie </a:t>
              </a:r>
              <a:r>
                <a:rPr sz="700" b="1" dirty="0" err="1">
                  <a:solidFill>
                    <a:srgbClr val="FFFFFF"/>
                  </a:solidFill>
                </a:rPr>
                <a:t>schon</a:t>
              </a:r>
              <a:r>
                <a:rPr sz="700" b="1" dirty="0">
                  <a:solidFill>
                    <a:srgbClr val="FFFFFF"/>
                  </a:solidFill>
                </a:rPr>
                <a:t> </a:t>
              </a:r>
              <a:r>
                <a:rPr sz="700" b="1" dirty="0" err="1">
                  <a:solidFill>
                    <a:srgbClr val="FFFFFF"/>
                  </a:solidFill>
                </a:rPr>
                <a:t>immer</a:t>
              </a:r>
              <a:r>
                <a:rPr sz="700" b="1" dirty="0">
                  <a:solidFill>
                    <a:srgbClr val="FFFFFF"/>
                  </a:solidFill>
                </a:rPr>
                <a:t> </a:t>
              </a:r>
              <a:r>
                <a:rPr sz="700" b="1" dirty="0" err="1">
                  <a:solidFill>
                    <a:srgbClr val="FFFFFF"/>
                  </a:solidFill>
                </a:rPr>
                <a:t>wissen</a:t>
              </a:r>
              <a:r>
                <a:rPr sz="700" b="1" dirty="0">
                  <a:solidFill>
                    <a:srgbClr val="FFFFFF"/>
                  </a:solidFill>
                </a:rPr>
                <a:t> </a:t>
              </a:r>
              <a:r>
                <a:rPr sz="700" b="1" dirty="0" err="1">
                  <a:solidFill>
                    <a:srgbClr val="FFFFFF"/>
                  </a:solidFill>
                </a:rPr>
                <a:t>wollten</a:t>
              </a:r>
              <a:endParaRPr sz="700" b="1" dirty="0">
                <a:solidFill>
                  <a:srgbClr val="FFFFFF"/>
                </a:solidFill>
              </a:endParaRPr>
            </a:p>
          </p:txBody>
        </p:sp>
        <p:sp>
          <p:nvSpPr>
            <p:cNvPr id="27" name="Isosceles Triangle 26"/>
            <p:cNvSpPr/>
            <p:nvPr/>
          </p:nvSpPr>
          <p:spPr>
            <a:xfrm rot="5400000">
              <a:off x="4028937" y="3972519"/>
              <a:ext cx="219456" cy="219456"/>
            </a:xfrm>
            <a:prstGeom prst="triangl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pic>
        <p:nvPicPr>
          <p:cNvPr id="28" name="Picture 27" descr="a_hom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517904"/>
            <a:ext cx="1371600" cy="857250"/>
          </a:xfrm>
          <a:prstGeom prst="rect">
            <a:avLst/>
          </a:prstGeom>
          <a:ln w="9525">
            <a:solidFill>
              <a:srgbClr val="CFD8D5"/>
            </a:solidFill>
          </a:ln>
        </p:spPr>
      </p:pic>
      <p:sp>
        <p:nvSpPr>
          <p:cNvPr id="29" name="Rounded Rectangle 28"/>
          <p:cNvSpPr/>
          <p:nvPr/>
        </p:nvSpPr>
        <p:spPr>
          <a:xfrm>
            <a:off x="7132320" y="15544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CF1ED"/>
          </a:solidFill>
          <a:ln w="1270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ctr"/>
            <a:r>
              <a:rPr sz="850" b="1">
                <a:solidFill>
                  <a:srgbClr val="9A4A38"/>
                </a:solidFill>
              </a:rPr>
              <a:t>adipositasbern.ch</a:t>
            </a:r>
          </a:p>
          <a:p>
            <a:pPr algn="ctr"/>
            <a:r>
              <a:rPr sz="750" b="0">
                <a:solidFill>
                  <a:srgbClr val="9A4A38"/>
                </a:solidFill>
              </a:rPr>
              <a:t>extern gehostet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195681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6F3EE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ctr"/>
            <a:r>
              <a:rPr sz="850" b="1">
                <a:solidFill>
                  <a:srgbClr val="006B4F"/>
                </a:solidFill>
              </a:rPr>
              <a:t>→ Insel-Standard</a:t>
            </a:r>
          </a:p>
          <a:p>
            <a:pPr algn="ctr"/>
            <a:r>
              <a:rPr sz="750" b="0">
                <a:solidFill>
                  <a:srgbClr val="006B4F"/>
                </a:solidFill>
              </a:rPr>
              <a:t>gehostet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2560320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EIN EINSTIEGSPUNKT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2752344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71C1B"/>
                </a:solidFill>
              </a:rPr>
              <a:t>Alle Therapien unter einem Dach.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3218687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INHALTE INTEGRIERT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410711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71C1B"/>
                </a:solidFill>
              </a:rPr>
              <a:t>Chirurgie-Seiten und Videos der Bariatrie.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3877056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EIN AUFTRITT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06908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71C1B"/>
                </a:solidFill>
              </a:rPr>
              <a:t>Einheitlich, gepflegt, besser auffindbar.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244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278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244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32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Umsetzung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 dirty="0" err="1">
                <a:solidFill>
                  <a:srgbClr val="171C1B"/>
                </a:solidFill>
              </a:rPr>
              <a:t>Nächste</a:t>
            </a:r>
            <a:r>
              <a:rPr sz="2150" b="1" i="0" dirty="0">
                <a:solidFill>
                  <a:srgbClr val="171C1B"/>
                </a:solidFill>
              </a:rPr>
              <a:t> </a:t>
            </a:r>
            <a:r>
              <a:rPr sz="2150" b="1" i="0" dirty="0" err="1">
                <a:solidFill>
                  <a:srgbClr val="171C1B"/>
                </a:solidFill>
              </a:rPr>
              <a:t>Schritte</a:t>
            </a:r>
            <a:r>
              <a:rPr sz="2150" b="1" i="0" dirty="0">
                <a:solidFill>
                  <a:srgbClr val="171C1B"/>
                </a:solidFill>
              </a:rPr>
              <a:t> und </a:t>
            </a:r>
            <a:r>
              <a:rPr sz="2150" b="1" i="0" dirty="0" err="1">
                <a:solidFill>
                  <a:srgbClr val="171C1B"/>
                </a:solidFill>
              </a:rPr>
              <a:t>Zeitplan</a:t>
            </a:r>
            <a:endParaRPr sz="2150" b="1" i="0" dirty="0">
              <a:solidFill>
                <a:srgbClr val="171C1B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1216152"/>
            <a:ext cx="8046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>
                <a:solidFill>
                  <a:srgbClr val="677078"/>
                </a:solidFill>
              </a:rPr>
              <a:t>Entwurf zur gemeinsamen Festlegung</a:t>
            </a: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" y="1645920"/>
            <a:ext cx="1865376" cy="21031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1773936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09670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217627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71C1B"/>
                </a:solidFill>
              </a:rPr>
              <a:t>Grundsatz klären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2724912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71C1B"/>
                </a:solidFill>
              </a:rPr>
              <a:t>Stossrichtung und Projektteam UDEM / UVCM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346704"/>
            <a:ext cx="159105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E8F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ctr"/>
            <a:r>
              <a:rPr sz="850" b="0">
                <a:solidFill>
                  <a:srgbClr val="9A4A38"/>
                </a:solidFill>
              </a:rPr>
              <a:t>Zeitraum: Platzhalter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1448" y="2532888"/>
            <a:ext cx="182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677078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24328" y="1645920"/>
            <a:ext cx="1865376" cy="21031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61488" y="1773936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09670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1488" y="217627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71C1B"/>
                </a:solidFill>
              </a:rPr>
              <a:t>Zuweisung definieren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1488" y="2724912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71C1B"/>
                </a:solidFill>
              </a:rPr>
              <a:t>Kriterien, Stellen und Triage-Prozess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61488" y="3346704"/>
            <a:ext cx="159105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E8F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ctr"/>
            <a:r>
              <a:rPr sz="850" b="0">
                <a:solidFill>
                  <a:srgbClr val="9A4A38"/>
                </a:solidFill>
              </a:rPr>
              <a:t>Zeitraum: Platzhalter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2532888"/>
            <a:ext cx="182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677078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72584" y="1645920"/>
            <a:ext cx="1865376" cy="21031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09744" y="1773936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09670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9744" y="2176272"/>
            <a:ext cx="1609344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dirty="0">
                <a:solidFill>
                  <a:srgbClr val="171C1B"/>
                </a:solidFill>
              </a:rPr>
              <a:t>Website </a:t>
            </a:r>
            <a:r>
              <a:rPr lang="de-CH" sz="1350" b="1" i="0" dirty="0">
                <a:solidFill>
                  <a:srgbClr val="171C1B"/>
                </a:solidFill>
              </a:rPr>
              <a:t>definieren</a:t>
            </a:r>
            <a:endParaRPr sz="1350" b="1" i="0" dirty="0">
              <a:solidFill>
                <a:srgbClr val="171C1B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809744" y="2724912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71C1B"/>
                </a:solidFill>
              </a:rPr>
              <a:t>Struktur, Inhalte, Umzug nach Insel-Standard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09744" y="3346704"/>
            <a:ext cx="159105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E8F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ctr"/>
            <a:r>
              <a:rPr sz="850" b="0">
                <a:solidFill>
                  <a:srgbClr val="9A4A38"/>
                </a:solidFill>
              </a:rPr>
              <a:t>Zeitraum: Platzhalter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2532888"/>
            <a:ext cx="182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677078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20840" y="1645920"/>
            <a:ext cx="1865376" cy="21031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0" y="1773936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09670"/>
                </a:solidFill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2176272"/>
            <a:ext cx="16093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71C1B"/>
                </a:solidFill>
              </a:rPr>
              <a:t>Einführen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2724912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71C1B"/>
                </a:solidFill>
              </a:rPr>
              <a:t>Go-live und Information der Zuweisenden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0" y="3346704"/>
            <a:ext cx="159105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E8F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ctr"/>
            <a:r>
              <a:rPr sz="850" b="0">
                <a:solidFill>
                  <a:srgbClr val="9A4A38"/>
                </a:solidFill>
              </a:rPr>
              <a:t>Zeitraum: Platzhalter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48640" y="4069080"/>
            <a:ext cx="36576" cy="457200"/>
          </a:xfrm>
          <a:prstGeom prst="rect">
            <a:avLst/>
          </a:prstGeom>
          <a:solidFill>
            <a:srgbClr val="E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" y="406908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171C1B"/>
                </a:solidFill>
              </a:rPr>
              <a:t>Zeitplan, Zuständigkeiten und Kriterien sind Platzhalter und werden gemeinsam festgelegt.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ED95D39-7202-4A89-8FC1-3B34C5D89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Inselspital, Universitätsklinik für Diabetologie, Endokrinologie, Ernährungsmedizin und Metabolismus, Freiburgstrasse 15, 3010 Bern</a:t>
            </a:r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012F4C9-0979-4D97-9A9C-3D67758F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Zur Diskussion</a:t>
            </a:r>
            <a:br>
              <a:rPr lang="de-CH" dirty="0"/>
            </a:br>
            <a:br>
              <a:rPr lang="de-CH" sz="2800" b="0" dirty="0">
                <a:solidFill>
                  <a:srgbClr val="171C1B"/>
                </a:solidFill>
                <a:latin typeface="Arial"/>
              </a:rPr>
            </a:br>
            <a:endParaRPr lang="de-CH" dirty="0"/>
          </a:p>
        </p:txBody>
      </p:sp>
      <p:sp>
        <p:nvSpPr>
          <p:cNvPr id="4" name="Entwurf"/>
          <p:cNvSpPr/>
          <p:nvPr/>
        </p:nvSpPr>
        <p:spPr>
          <a:xfrm>
            <a:off x="7360920" y="320040"/>
            <a:ext cx="1234440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>
                <a:solidFill>
                  <a:srgbClr val="EE8F7A"/>
                </a:solidFill>
              </a:rPr>
              <a:t>ENTWURF</a:t>
            </a:r>
          </a:p>
        </p:txBody>
      </p:sp>
    </p:spTree>
    <p:extLst>
      <p:ext uri="{BB962C8B-B14F-4D97-AF65-F5344CB8AC3E}">
        <p14:creationId xmlns:p14="http://schemas.microsoft.com/office/powerpoint/2010/main" val="2041057318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Einordnung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Adipositas-Sprechstunde am UDEM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21615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 i="0">
                <a:solidFill>
                  <a:srgbClr val="677078"/>
                </a:solidFill>
              </a:rPr>
              <a:t>Strukturierter Behandlungspfad – rund 780 Kontakte pro Monat</a:t>
            </a: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627632"/>
            <a:ext cx="2560320" cy="987552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1627632"/>
            <a:ext cx="2560320" cy="4572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1755648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71C1B"/>
                </a:solidFill>
              </a:rPr>
              <a:t>≈ 300</a:t>
            </a:r>
            <a:r>
              <a:rPr sz="950" b="0" i="0">
                <a:solidFill>
                  <a:srgbClr val="677078"/>
                </a:solidFill>
              </a:rPr>
              <a:t> / Monat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217627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71C1B"/>
                </a:solidFill>
              </a:rPr>
              <a:t>Ärztliche Konsultationen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2368296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77078"/>
                </a:solidFill>
              </a:rPr>
              <a:t>Erstkonsultationen und Jahreskontrollen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2029968" y="1920240"/>
            <a:ext cx="146304" cy="109728"/>
          </a:xfrm>
          <a:prstGeom prst="line">
            <a:avLst/>
          </a:prstGeom>
          <a:ln w="19050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231136" y="190195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9670"/>
                </a:solidFill>
              </a:rPr>
              <a:t>Tendenz steigend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1627632"/>
            <a:ext cx="2560320" cy="987552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1627632"/>
            <a:ext cx="2560320" cy="45720"/>
          </a:xfrm>
          <a:prstGeom prst="rect">
            <a:avLst/>
          </a:prstGeom>
          <a:solidFill>
            <a:srgbClr val="E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56432" y="1755648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71C1B"/>
                </a:solidFill>
              </a:rPr>
              <a:t>≈ 300</a:t>
            </a:r>
            <a:r>
              <a:rPr sz="950" b="0" i="0">
                <a:solidFill>
                  <a:srgbClr val="677078"/>
                </a:solidFill>
              </a:rPr>
              <a:t> / Monat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6432" y="217627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71C1B"/>
                </a:solidFill>
              </a:rPr>
              <a:t>Metabolic Assessments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6432" y="2368296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77078"/>
                </a:solidFill>
              </a:rPr>
              <a:t>BIA &amp; Fibroscan, vor jeder ärztl. Konsultation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1627632"/>
            <a:ext cx="2560320" cy="987552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1627632"/>
            <a:ext cx="2560320" cy="45720"/>
          </a:xfrm>
          <a:prstGeom prst="rect">
            <a:avLst/>
          </a:prstGeom>
          <a:solidFill>
            <a:srgbClr val="677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9631" y="1755648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71C1B"/>
                </a:solidFill>
              </a:rPr>
              <a:t>≈ 180</a:t>
            </a:r>
            <a:r>
              <a:rPr sz="950" b="0" i="0">
                <a:solidFill>
                  <a:srgbClr val="677078"/>
                </a:solidFill>
              </a:rPr>
              <a:t> / Monat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1" y="217627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71C1B"/>
                </a:solidFill>
              </a:rPr>
              <a:t>Meilensteinkontrollen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1" y="2368296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77078"/>
                </a:solidFill>
              </a:rPr>
              <a:t>durch dipl. Pflegefachpersonen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288036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BEHANDLUNGSPFAD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88136" y="3163824"/>
            <a:ext cx="1218895" cy="667512"/>
          </a:xfrm>
          <a:prstGeom prst="roundRect">
            <a:avLst>
              <a:gd name="adj" fmla="val 12000"/>
            </a:avLst>
          </a:prstGeom>
          <a:solidFill>
            <a:srgbClr val="FCF1ED"/>
          </a:solidFill>
          <a:ln w="1270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1">
                <a:solidFill>
                  <a:srgbClr val="171C1B"/>
                </a:solidFill>
              </a:rPr>
              <a:t>Metabolic</a:t>
            </a:r>
          </a:p>
          <a:p>
            <a:pPr algn="ctr"/>
            <a:r>
              <a:rPr sz="950" b="1">
                <a:solidFill>
                  <a:srgbClr val="171C1B"/>
                </a:solidFill>
              </a:rPr>
              <a:t>Assessment</a:t>
            </a:r>
          </a:p>
          <a:p>
            <a:pPr algn="ctr"/>
            <a:r>
              <a:rPr sz="850" b="0">
                <a:solidFill>
                  <a:srgbClr val="677078"/>
                </a:solidFill>
              </a:rPr>
              <a:t>BIA &amp; Fibroscan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53335" y="3163824"/>
            <a:ext cx="1218895" cy="667512"/>
          </a:xfrm>
          <a:prstGeom prst="roundRect">
            <a:avLst>
              <a:gd name="adj" fmla="val 12000"/>
            </a:avLst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1">
                <a:solidFill>
                  <a:srgbClr val="FFFFFF"/>
                </a:solidFill>
              </a:rPr>
              <a:t>Erstkonsultation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ärztlich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329891" y="3497580"/>
            <a:ext cx="100584" cy="0"/>
          </a:xfrm>
          <a:prstGeom prst="line">
            <a:avLst/>
          </a:prstGeom>
          <a:ln w="15875">
            <a:solidFill>
              <a:srgbClr val="67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818534" y="3163824"/>
            <a:ext cx="1218895" cy="6675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7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1">
                <a:solidFill>
                  <a:srgbClr val="171C1B"/>
                </a:solidFill>
              </a:rPr>
              <a:t>Meilenstein-</a:t>
            </a:r>
          </a:p>
          <a:p>
            <a:pPr algn="ctr"/>
            <a:r>
              <a:rPr sz="950" b="1">
                <a:solidFill>
                  <a:srgbClr val="171C1B"/>
                </a:solidFill>
              </a:rPr>
              <a:t>kontrolle</a:t>
            </a:r>
          </a:p>
          <a:p>
            <a:pPr algn="ctr"/>
            <a:r>
              <a:rPr sz="850" b="0">
                <a:solidFill>
                  <a:srgbClr val="677078"/>
                </a:solidFill>
              </a:rPr>
              <a:t>dipl. Pflege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695090" y="3497580"/>
            <a:ext cx="100584" cy="0"/>
          </a:xfrm>
          <a:prstGeom prst="line">
            <a:avLst/>
          </a:prstGeom>
          <a:ln w="15875">
            <a:solidFill>
              <a:srgbClr val="67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183733" y="3163824"/>
            <a:ext cx="1218895" cy="667512"/>
          </a:xfrm>
          <a:prstGeom prst="roundRect">
            <a:avLst>
              <a:gd name="adj" fmla="val 12000"/>
            </a:avLst>
          </a:prstGeom>
          <a:solidFill>
            <a:srgbClr val="FCF1ED"/>
          </a:solidFill>
          <a:ln w="1270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1">
                <a:solidFill>
                  <a:srgbClr val="171C1B"/>
                </a:solidFill>
              </a:rPr>
              <a:t>Metabolic</a:t>
            </a:r>
          </a:p>
          <a:p>
            <a:pPr algn="ctr"/>
            <a:r>
              <a:rPr sz="950" b="1">
                <a:solidFill>
                  <a:srgbClr val="171C1B"/>
                </a:solidFill>
              </a:rPr>
              <a:t>Assessment</a:t>
            </a:r>
          </a:p>
          <a:p>
            <a:pPr algn="ctr"/>
            <a:r>
              <a:rPr sz="850" b="0">
                <a:solidFill>
                  <a:srgbClr val="677078"/>
                </a:solidFill>
              </a:rPr>
              <a:t>BIA &amp; Fibroscan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060289" y="3497580"/>
            <a:ext cx="100584" cy="0"/>
          </a:xfrm>
          <a:prstGeom prst="line">
            <a:avLst/>
          </a:prstGeom>
          <a:ln w="15875">
            <a:solidFill>
              <a:srgbClr val="67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548932" y="3163824"/>
            <a:ext cx="1218895" cy="667512"/>
          </a:xfrm>
          <a:prstGeom prst="roundRect">
            <a:avLst>
              <a:gd name="adj" fmla="val 12000"/>
            </a:avLst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1">
                <a:solidFill>
                  <a:srgbClr val="FFFFFF"/>
                </a:solidFill>
              </a:rPr>
              <a:t>Jahreskontrolle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ärztlich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425488" y="3497580"/>
            <a:ext cx="100584" cy="0"/>
          </a:xfrm>
          <a:prstGeom prst="line">
            <a:avLst/>
          </a:prstGeom>
          <a:ln w="15875">
            <a:solidFill>
              <a:srgbClr val="67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88136" y="3931920"/>
            <a:ext cx="2584094" cy="0"/>
          </a:xfrm>
          <a:prstGeom prst="line">
            <a:avLst/>
          </a:prstGeom>
          <a:ln w="12700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88136" y="3986783"/>
            <a:ext cx="258409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77078"/>
                </a:solidFill>
              </a:rPr>
              <a:t>Einstieg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158380" y="3831335"/>
            <a:ext cx="0" cy="210313"/>
          </a:xfrm>
          <a:prstGeom prst="line">
            <a:avLst/>
          </a:prstGeom>
          <a:ln w="15875">
            <a:solidFill>
              <a:srgbClr val="009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4427982" y="4041648"/>
            <a:ext cx="2730398" cy="0"/>
          </a:xfrm>
          <a:prstGeom prst="line">
            <a:avLst/>
          </a:prstGeom>
          <a:ln w="15875">
            <a:solidFill>
              <a:srgbClr val="009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427982" y="3840479"/>
            <a:ext cx="0" cy="201169"/>
          </a:xfrm>
          <a:prstGeom prst="line">
            <a:avLst/>
          </a:prstGeom>
          <a:ln w="15875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153662" y="4096511"/>
            <a:ext cx="32790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09670"/>
                </a:solidFill>
              </a:rPr>
              <a:t>jährlich wiederkehrend bis Behandlungsschluss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Einordnung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Adipositas-Sprechstunden im Vergleich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21615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 i="0">
                <a:solidFill>
                  <a:srgbClr val="677078"/>
                </a:solidFill>
              </a:rPr>
              <a:t>Ärztliche Termine mit Adipositas pro Monat – UDEM und Viszerale Chirurgie</a:t>
            </a: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164592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ÄRZTLICHE TERMINE PRO MONAT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01168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71C1B"/>
                </a:solidFill>
              </a:rPr>
              <a:t>UDEM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194560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Erstkonsultationen und Jahreskontrollen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1993392"/>
            <a:ext cx="2139696" cy="384048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06823" y="1993392"/>
            <a:ext cx="356615" cy="384048"/>
          </a:xfrm>
          <a:prstGeom prst="rect">
            <a:avLst/>
          </a:prstGeom>
          <a:pattFill prst="wdUpDiag">
            <a:fgClr>
              <a:srgbClr val="009670"/>
            </a:fgClr>
            <a:bgClr>
              <a:srgbClr val="FFFFFF"/>
            </a:bgClr>
          </a:patt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79" y="204825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C1B"/>
                </a:solidFill>
              </a:rPr>
              <a:t>≈ 300 + 50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4754879" y="2423160"/>
            <a:ext cx="146304" cy="109728"/>
          </a:xfrm>
          <a:prstGeom prst="line">
            <a:avLst/>
          </a:prstGeom>
          <a:ln w="19050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956047" y="240487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9670"/>
                </a:solidFill>
              </a:rPr>
              <a:t>Tendenz steigend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74320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71C1B"/>
                </a:solidFill>
              </a:rPr>
              <a:t>Viszerale Chirurgie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926080"/>
            <a:ext cx="1508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UVCM · Besuchsgrund Adipositas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2724912"/>
            <a:ext cx="927201" cy="384048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67481" y="277977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C1B"/>
                </a:solidFill>
              </a:rPr>
              <a:t>≈ 130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2893161" y="2551176"/>
            <a:ext cx="0" cy="164592"/>
          </a:xfrm>
          <a:prstGeom prst="line">
            <a:avLst/>
          </a:prstGeom>
          <a:ln w="15875">
            <a:solidFill>
              <a:srgbClr val="009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893161" y="2551176"/>
            <a:ext cx="1591970" cy="0"/>
          </a:xfrm>
          <a:prstGeom prst="line">
            <a:avLst/>
          </a:prstGeom>
          <a:ln w="15875">
            <a:solidFill>
              <a:srgbClr val="009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485131" y="2395728"/>
            <a:ext cx="0" cy="155448"/>
          </a:xfrm>
          <a:prstGeom prst="line">
            <a:avLst/>
          </a:prstGeom>
          <a:ln w="15875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148840" y="1920240"/>
            <a:ext cx="0" cy="1261872"/>
          </a:xfrm>
          <a:prstGeom prst="line">
            <a:avLst/>
          </a:prstGeom>
          <a:ln w="12700">
            <a:solidFill>
              <a:srgbClr val="67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148840" y="3200400"/>
            <a:ext cx="237744" cy="137160"/>
          </a:xfrm>
          <a:prstGeom prst="rect">
            <a:avLst/>
          </a:prstGeom>
          <a:pattFill prst="wdUpDiag">
            <a:fgClr>
              <a:srgbClr val="009670"/>
            </a:fgClr>
            <a:bgClr>
              <a:srgbClr val="FFFFFF"/>
            </a:bgClr>
          </a:patt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78024" y="3191256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71C1B"/>
                </a:solidFill>
              </a:rPr>
              <a:t>≈ 50 postbariatrische Termine am UDEM</a:t>
            </a:r>
            <a:r>
              <a:rPr sz="800" b="0" i="0">
                <a:solidFill>
                  <a:srgbClr val="677078"/>
                </a:solidFill>
              </a:rPr>
              <a:t> · nach OP Viszeralchirurgie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1645920"/>
            <a:ext cx="2606040" cy="21031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89320" y="1645920"/>
            <a:ext cx="36576" cy="2103120"/>
          </a:xfrm>
          <a:prstGeom prst="rect">
            <a:avLst/>
          </a:prstGeom>
          <a:solidFill>
            <a:srgbClr val="E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1773936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ZUSÄTZLICH AM UDEM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2029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C1B"/>
                </a:solidFill>
              </a:rPr>
              <a:t>≈ 300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203911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71C1B"/>
                </a:solidFill>
              </a:rPr>
              <a:t>Metabolic Assessments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212848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BIA &amp; Fibroscan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243230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C1B"/>
                </a:solidFill>
              </a:rPr>
              <a:t>≈ 180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2441448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71C1B"/>
                </a:solidFill>
              </a:rPr>
              <a:t>Meilensteinkontrollen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2615184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dipl. Pflege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28346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C1B"/>
                </a:solidFill>
              </a:rPr>
              <a:t>≈ 280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2843784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71C1B"/>
                </a:solidFill>
              </a:rPr>
              <a:t>Ernährungsberatungen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30175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aus UDEM &amp; Viszeralchirurgie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172200" y="3282696"/>
            <a:ext cx="2240280" cy="0"/>
          </a:xfrm>
          <a:prstGeom prst="line">
            <a:avLst/>
          </a:prstGeom>
          <a:ln w="12700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172200" y="334670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1C1B"/>
                </a:solidFill>
              </a:rPr>
              <a:t>≈ 1'110</a:t>
            </a:r>
            <a:r>
              <a:rPr sz="1000" b="0" i="0">
                <a:solidFill>
                  <a:srgbClr val="171C1B"/>
                </a:solidFill>
              </a:rPr>
              <a:t> Kontakte pro Monat gesamt</a:t>
            </a:r>
          </a:p>
          <a:p>
            <a:pPr algn="l"/>
            <a:r>
              <a:rPr sz="850" b="0" i="0">
                <a:solidFill>
                  <a:srgbClr val="677078"/>
                </a:solidFill>
              </a:rPr>
              <a:t>inkl. ≈ 50 postbariatrische Termine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3858768"/>
            <a:ext cx="8046720" cy="402336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8640" y="3858768"/>
            <a:ext cx="36576" cy="402336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3858768"/>
            <a:ext cx="7772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71C1B"/>
                </a:solidFill>
              </a:rPr>
              <a:t>Zusammen rund 480 ärztliche Adipositas-Termine pro Monat – ein abgestimmter Pfad nützt beiden Kliniken.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4334256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77078"/>
                </a:solidFill>
              </a:rPr>
              <a:t>Viszerale Chirurgie: ärztliche Termine mit Besuchsgrund «Adipositas», Monatsdurchschnitt 1.4.–1.10.2026. UDEM: gerundete Monatswerte; ärztlich = Erstkonsultationen und Jahreskontrollen, zusätzlich postbariatrische Termine. Ernährungsberatung zählt zum UDEM.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Zielbild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Zielbild: ein Zentrum, alle Therapien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21615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 i="0">
                <a:solidFill>
                  <a:srgbClr val="677078"/>
                </a:solidFill>
              </a:rPr>
              <a:t>Interdisziplinär aus einer Hand – mit zertifizierter Qualität und eigener Forschung</a:t>
            </a: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1" name="Trapezoid 20"/>
          <p:cNvSpPr/>
          <p:nvPr/>
        </p:nvSpPr>
        <p:spPr>
          <a:xfrm>
            <a:off x="548640" y="1572768"/>
            <a:ext cx="8046720" cy="365760"/>
          </a:xfrm>
          <a:prstGeom prst="trapezoid">
            <a:avLst>
              <a:gd name="adj" fmla="val 60000"/>
            </a:avLst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</a:rPr>
              <a:t>Gemeinsames Adipositaszentrum UDEM &amp; UVCM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011680"/>
            <a:ext cx="1796796" cy="1115568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112264"/>
            <a:ext cx="15224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09670"/>
                </a:solidFill>
              </a:rPr>
              <a:t>UDEM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2286000"/>
            <a:ext cx="15224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71C1B"/>
                </a:solidFill>
              </a:rPr>
              <a:t>Ernährung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743200"/>
            <a:ext cx="1522476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Ernährungsmedizin &amp; Ernährungsberatung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2908" y="2011680"/>
            <a:ext cx="1796796" cy="1115568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0068" y="2112264"/>
            <a:ext cx="15224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09670"/>
                </a:solidFill>
              </a:rPr>
              <a:t>UDEM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0068" y="2286000"/>
            <a:ext cx="15224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71C1B"/>
                </a:solidFill>
              </a:rPr>
              <a:t>Medikamentöse Therapie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0068" y="2743200"/>
            <a:ext cx="1522476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Abklärung, Behandlung und Verlauf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54296" y="2011680"/>
            <a:ext cx="1796796" cy="1115568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91456" y="2112264"/>
            <a:ext cx="15224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09670"/>
                </a:solidFill>
              </a:rPr>
              <a:t>UVCM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91456" y="2286000"/>
            <a:ext cx="15224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71C1B"/>
                </a:solidFill>
              </a:rPr>
              <a:t>Bariatrische Chirurgie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91456" y="2743200"/>
            <a:ext cx="1522476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Operative und endoskopische Verfahren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15684" y="2011680"/>
            <a:ext cx="1796796" cy="1115568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52844" y="2112264"/>
            <a:ext cx="15224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09670"/>
                </a:solidFill>
              </a:rPr>
              <a:t>UDEM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2844" y="2286000"/>
            <a:ext cx="15224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71C1B"/>
                </a:solidFill>
              </a:rPr>
              <a:t>Postbariatrische Chirurgie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2844" y="2743200"/>
            <a:ext cx="1522476" cy="3108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Nachsorge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191256"/>
            <a:ext cx="8046720" cy="36576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3291840"/>
            <a:ext cx="3977639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3383280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QUALITÄT</a:t>
            </a:r>
          </a:p>
        </p:txBody>
      </p:sp>
      <p:pic>
        <p:nvPicPr>
          <p:cNvPr id="41" name="Picture 40" descr="sm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21024"/>
            <a:ext cx="475488" cy="47548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325880" y="37033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71C1B"/>
                </a:solidFill>
              </a:rPr>
              <a:t>Bariatrisches Referenzzentrum</a:t>
            </a:r>
          </a:p>
          <a:p>
            <a:pPr algn="l"/>
            <a:r>
              <a:rPr sz="850" b="0" i="0">
                <a:solidFill>
                  <a:srgbClr val="677078"/>
                </a:solidFill>
              </a:rPr>
              <a:t>anerkannt durch die SMOB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0480" y="3730752"/>
            <a:ext cx="566928" cy="173736"/>
          </a:xfrm>
          <a:prstGeom prst="roundRect">
            <a:avLst>
              <a:gd name="adj" fmla="val 50000"/>
            </a:avLst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50" b="1">
                <a:solidFill>
                  <a:srgbClr val="FFFFFF"/>
                </a:solidFill>
              </a:rPr>
              <a:t>UVCM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13232" y="4178808"/>
            <a:ext cx="3648456" cy="0"/>
          </a:xfrm>
          <a:prstGeom prst="line">
            <a:avLst/>
          </a:prstGeom>
          <a:ln w="12700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270248"/>
            <a:ext cx="1371600" cy="28055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240280" y="4242816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71C1B"/>
                </a:solidFill>
              </a:rPr>
              <a:t>EASO COMs</a:t>
            </a:r>
          </a:p>
          <a:p>
            <a:pPr algn="l"/>
            <a:r>
              <a:rPr sz="850" b="0" i="0">
                <a:solidFill>
                  <a:srgbClr val="677078"/>
                </a:solidFill>
              </a:rPr>
              <a:t>Swiss Medical Obesity Center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40480" y="4279392"/>
            <a:ext cx="566928" cy="173736"/>
          </a:xfrm>
          <a:prstGeom prst="roundRect">
            <a:avLst>
              <a:gd name="adj" fmla="val 50000"/>
            </a:avLst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50" b="1">
                <a:solidFill>
                  <a:srgbClr val="FFFFFF"/>
                </a:solidFill>
              </a:rPr>
              <a:t>ZSG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17720" y="3291840"/>
            <a:ext cx="3977639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82312" y="3383280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FORSCHUNG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82312" y="367588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71C1B"/>
                </a:solidFill>
              </a:rPr>
              <a:t>Swiss Obesity Study (SOS)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26679" y="3685032"/>
            <a:ext cx="713232" cy="173736"/>
          </a:xfrm>
          <a:prstGeom prst="roundRect">
            <a:avLst>
              <a:gd name="adj" fmla="val 50000"/>
            </a:avLst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50" b="1">
                <a:solidFill>
                  <a:srgbClr val="FFFFFF"/>
                </a:solidFill>
              </a:rPr>
              <a:t>Lead: UDEM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82312" y="391363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Longitudinale Real-World-Daten zur Adipositasversorgung in der Schweiz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82312" y="418795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1C1B"/>
                </a:solidFill>
              </a:rPr>
              <a:t>≈ 2'500</a:t>
            </a:r>
            <a:r>
              <a:rPr sz="900" b="0" i="0">
                <a:solidFill>
                  <a:srgbClr val="677078"/>
                </a:solidFill>
              </a:rPr>
              <a:t> Teilnehmende seit 2025</a:t>
            </a:r>
            <a:r>
              <a:rPr sz="1300" b="1" i="0">
                <a:solidFill>
                  <a:srgbClr val="171C1B"/>
                </a:solidFill>
              </a:rPr>
              <a:t>     10 Jahre</a:t>
            </a:r>
            <a:r>
              <a:rPr sz="900" b="0" i="0">
                <a:solidFill>
                  <a:srgbClr val="677078"/>
                </a:solidFill>
              </a:rPr>
              <a:t> Follow-up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 Titel Insel Spital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4C0F31AB-11C0-4408-956C-E9B98EDB0FAB}"/>
    </a:ext>
  </a:extLst>
</a:theme>
</file>

<file path=ppt/theme/theme2.xml><?xml version="1.0" encoding="utf-8"?>
<a:theme xmlns:a="http://schemas.openxmlformats.org/drawingml/2006/main" name="1_Master Titel Insel Spital mit UCI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BF4D9168-52B6-4F7D-9816-FC1A762958C4}"/>
    </a:ext>
  </a:extLst>
</a:theme>
</file>

<file path=ppt/theme/theme3.xml><?xml version="1.0" encoding="utf-8"?>
<a:theme xmlns:a="http://schemas.openxmlformats.org/drawingml/2006/main" name="Master Inhalt Insel Spital 18pt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904E66F1-9887-40AC-A850-B8238F8127FE}"/>
    </a:ext>
  </a:extLst>
</a:theme>
</file>

<file path=ppt/theme/theme4.xml><?xml version="1.0" encoding="utf-8"?>
<a:theme xmlns:a="http://schemas.openxmlformats.org/drawingml/2006/main" name="Master Inhalt Insel Spital 14pt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FC3BB2A8-8B94-4B57-8A93-ACBBD1F9B90F}"/>
    </a:ext>
  </a:extLst>
</a:theme>
</file>

<file path=ppt/theme/theme5.xml><?xml version="1.0" encoding="utf-8"?>
<a:theme xmlns:a="http://schemas.openxmlformats.org/drawingml/2006/main" name="Master Inhalt Insel Spital 12pt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A9936B5D-6CF3-4AE6-91B6-8C4AD06F476B}"/>
    </a:ext>
  </a:extLst>
</a:theme>
</file>

<file path=ppt/theme/theme6.xml><?xml version="1.0" encoding="utf-8"?>
<a:theme xmlns:a="http://schemas.openxmlformats.org/drawingml/2006/main" name="Master Inhalt Insel Spital 10pt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005E663E-20D0-4D92-A153-AF68010EB01F}"/>
    </a:ext>
  </a:extLst>
</a:theme>
</file>

<file path=ppt/theme/theme7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C61BAC2D613B146B62EA0C89E8ABE0B" ma:contentTypeVersion="1" ma:contentTypeDescription="Ein neues Dokument erstellen." ma:contentTypeScope="" ma:versionID="b96f590150f6c51695eb02ee05cd3cc8">
  <xsd:schema xmlns:xsd="http://www.w3.org/2001/XMLSchema" xmlns:xs="http://www.w3.org/2001/XMLSchema" xmlns:p="http://schemas.microsoft.com/office/2006/metadata/properties" xmlns:ns2="70db88b2-e820-42ba-aca9-d1475689a070" targetNamespace="http://schemas.microsoft.com/office/2006/metadata/properties" ma:root="true" ma:fieldsID="dafaf2c359ac23becbe82584ea0d56f4" ns2:_="">
    <xsd:import namespace="70db88b2-e820-42ba-aca9-d1475689a070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db88b2-e820-42ba-aca9-d1475689a07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12E4E3B-3738-4EE9-BE0A-FF791C330B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db88b2-e820-42ba-aca9-d1475689a0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45AA231-31C2-416F-8FEB-CA616B861A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DF66D4-6F61-45C7-AC76-432042C7F152}">
  <ds:schemaRefs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70db88b2-e820-42ba-aca9-d1475689a070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Nachfrage &amp; Angebot UDEM Sprechstunden_Juni 2025</Template>
  <TotalTime>0</TotalTime>
  <Words>481</Words>
  <Application>Microsoft Office PowerPoint</Application>
  <PresentationFormat>Bildschirmpräsentation (16:9)</PresentationFormat>
  <Paragraphs>139</Paragraphs>
  <Slides>8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6</vt:i4>
      </vt:variant>
      <vt:variant>
        <vt:lpstr>Folientitel</vt:lpstr>
      </vt:variant>
      <vt:variant>
        <vt:i4>8</vt:i4>
      </vt:variant>
    </vt:vector>
  </HeadingPairs>
  <TitlesOfParts>
    <vt:vector size="16" baseType="lpstr">
      <vt:lpstr>Arial</vt:lpstr>
      <vt:lpstr>Calibri</vt:lpstr>
      <vt:lpstr>Master Titel Insel Spital</vt:lpstr>
      <vt:lpstr>1_Master Titel Insel Spital mit UCI</vt:lpstr>
      <vt:lpstr>Master Inhalt Insel Spital 18pt</vt:lpstr>
      <vt:lpstr>Master Inhalt Insel Spital 14pt</vt:lpstr>
      <vt:lpstr>Master Inhalt Insel Spital 12pt</vt:lpstr>
      <vt:lpstr>Master Inhalt Insel Spital 10pt</vt:lpstr>
      <vt:lpstr>Zusammenarbeit Adipositasbereich UDEM &amp; UVCM Gemeinsamer Auftritt und klare Zuweisungswege  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Zur Diskussion  </vt:lpstr>
    </vt:vector>
  </TitlesOfParts>
  <Company>Insel Gruppe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Nachfrage vs. Angebot UDEM Sprechstunden Nachfrage = verordnete aber noch nicht geplante Sprechstunden Angebot = freie noch nicht gebuchte Sprechstundenzeitfenster Stand der Zahlen: 29.06.2025</dc:title>
  <dc:creator>Magariños Lorenzo, David</dc:creator>
  <cp:lastModifiedBy>Burgener, Vincent</cp:lastModifiedBy>
  <cp:revision>91</cp:revision>
  <dcterms:created xsi:type="dcterms:W3CDTF">2025-07-28T07:27:53Z</dcterms:created>
  <dcterms:modified xsi:type="dcterms:W3CDTF">2026-10-12T11:42:44Z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0x010100AC61BAC2D613B146B62EA0C89E8ABE0B</vt:lpwstr>
  </property>
</Properties>
</file>