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33"/>
  </p:notesMasterIdLst>
  <p:sldIdLst>
    <p:sldId id="397" r:id="rId10"/>
    <p:sldId id="475" r:id="rId38"/>
    <p:sldId id="476" r:id="rId39"/>
    <p:sldId id="477" r:id="rId40"/>
    <p:sldId id="478" r:id="rId41"/>
    <p:sldId id="479" r:id="rId42"/>
    <p:sldId id="480" r:id="rId43"/>
    <p:sldId id="421" r:id="rId3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C295"/>
    <a:srgbClr val="F8CF3B"/>
    <a:srgbClr val="D1E2BC"/>
    <a:srgbClr val="4A7094"/>
    <a:srgbClr val="E4DBCF"/>
    <a:srgbClr val="8C7482"/>
    <a:srgbClr val="F5EBEF"/>
    <a:srgbClr val="9B6051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220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32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10.09.2026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7.pn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dirty="0"/>
              <a:t/>
            </a: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Heute: ein Behandlungsangebot, zwei Auftritte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1">
                <a:solidFill>
                  <a:srgbClr val="9A4A38"/>
                </a:solidFill>
              </a:rPr>
              <a:t>Extern gehostet · nicht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503A"/>
                </a:solidFill>
              </a:rPr>
              <a:t>Weiterweisung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46120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1–2 Monate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+ 1–2 Monate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08736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C0503A"/>
                </a:solidFill>
              </a:rPr>
              <a:t>= bis zu 4 Monate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UDEM und UVCM gemeinsam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1783080"/>
            <a:ext cx="1591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029968"/>
            <a:ext cx="1591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Ernährung &amp; Bewegung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Ernährungsberatung und Bewegungsprogramme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4328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1783080"/>
            <a:ext cx="1591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61488" y="2029968"/>
            <a:ext cx="1591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Psychologische Begleitung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2578608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Unterstützung bei Verhaltensänderungen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72584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9744" y="1783080"/>
            <a:ext cx="1591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2029968"/>
            <a:ext cx="1591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9744" y="2578608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Abklärung, Behandlung und Verlauf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0840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1783080"/>
            <a:ext cx="1591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029968"/>
            <a:ext cx="1591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578608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Operative und endoskopische Verfahren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74720"/>
            <a:ext cx="8046720" cy="11887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576" cy="1188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ea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2377440" cy="486295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>
            <a:off x="3520440" y="3657600"/>
            <a:ext cx="0" cy="82296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60" y="3675887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BESTEHENDE ZERTIFIZIERUNGEN ALS FUNDAMENT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3913632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C1B"/>
                </a:solidFill>
              </a:rPr>
              <a:t>EASO Collaborating Centre for Obesity Management</a:t>
            </a:r>
          </a:p>
          <a:p>
            <a:pPr algn="l">
              <a:spcBef>
                <a:spcPts val="400"/>
              </a:spcBef>
            </a:pPr>
            <a:r>
              <a:rPr sz="1250" b="1" i="0">
                <a:solidFill>
                  <a:srgbClr val="171C1B"/>
                </a:solidFill>
              </a:rPr>
              <a:t>Anerkannt als Swiss Medical Obesity Center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18288" bIns="18288"/>
            <a:lstStyle/>
            <a:p>
              <a:pPr algn="l"/>
              <a:r>
                <a:rPr sz="700" b="1">
                  <a:solidFill>
                    <a:srgbClr val="FFFFFF"/>
                  </a:solidFill>
                </a:rPr>
                <a:t>Universitäres Adipositaszentrum Bern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18288" bIns="18288"/>
            <a:lstStyle/>
            <a:p>
              <a:pPr algn="l"/>
              <a:r>
                <a:rPr sz="700" b="1">
                  <a:solidFill>
                    <a:srgbClr val="FFFFFF"/>
                  </a:solidFill>
                </a:rPr>
                <a:t>Übergewichtschirurgie – was Sie schon immer wissen wollten</a:t>
              </a: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Nächste Schritte und Zeitplan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Website aufbauen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1279</Words>
  <Application>Microsoft Office PowerPoint</Application>
  <PresentationFormat>Bildschirmpräsentation (16:9)</PresentationFormat>
  <Paragraphs>269</Paragraphs>
  <Slides>23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23</vt:i4>
      </vt:variant>
    </vt:vector>
  </HeadingPairs>
  <TitlesOfParts>
    <vt:vector size="31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Dashboard: Ambulante Kennzahlen Betriebliche Einordnung &amp; Anwendung im Klinikalltag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Vielen Dank für die Aufmerksamkeit.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84</cp:revision>
  <dcterms:created xsi:type="dcterms:W3CDTF">2025-07-28T07:27:53Z</dcterms:created>
  <dcterms:modified xsi:type="dcterms:W3CDTF">2026-09-16T06:41:54Z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